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1" r:id="rId4"/>
    <p:sldId id="262" r:id="rId5"/>
    <p:sldId id="260" r:id="rId6"/>
  </p:sldIdLst>
  <p:sldSz cx="23039388" cy="11520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>
        <p:scale>
          <a:sx n="35" d="100"/>
          <a:sy n="35" d="100"/>
        </p:scale>
        <p:origin x="1428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9924" y="1885414"/>
            <a:ext cx="17279541" cy="4010837"/>
          </a:xfrm>
        </p:spPr>
        <p:txBody>
          <a:bodyPr anchor="b"/>
          <a:lstStyle>
            <a:lvl1pPr algn="ctr">
              <a:defRPr sz="1007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9924" y="6050924"/>
            <a:ext cx="17279541" cy="2781450"/>
          </a:xfrm>
        </p:spPr>
        <p:txBody>
          <a:bodyPr/>
          <a:lstStyle>
            <a:lvl1pPr marL="0" indent="0" algn="ctr">
              <a:buNone/>
              <a:defRPr sz="4032"/>
            </a:lvl1pPr>
            <a:lvl2pPr marL="768050" indent="0" algn="ctr">
              <a:buNone/>
              <a:defRPr sz="3360"/>
            </a:lvl2pPr>
            <a:lvl3pPr marL="1536101" indent="0" algn="ctr">
              <a:buNone/>
              <a:defRPr sz="3024"/>
            </a:lvl3pPr>
            <a:lvl4pPr marL="2304151" indent="0" algn="ctr">
              <a:buNone/>
              <a:defRPr sz="2688"/>
            </a:lvl4pPr>
            <a:lvl5pPr marL="3072201" indent="0" algn="ctr">
              <a:buNone/>
              <a:defRPr sz="2688"/>
            </a:lvl5pPr>
            <a:lvl6pPr marL="3840251" indent="0" algn="ctr">
              <a:buNone/>
              <a:defRPr sz="2688"/>
            </a:lvl6pPr>
            <a:lvl7pPr marL="4608302" indent="0" algn="ctr">
              <a:buNone/>
              <a:defRPr sz="2688"/>
            </a:lvl7pPr>
            <a:lvl8pPr marL="5376352" indent="0" algn="ctr">
              <a:buNone/>
              <a:defRPr sz="2688"/>
            </a:lvl8pPr>
            <a:lvl9pPr marL="6144402" indent="0" algn="ctr">
              <a:buNone/>
              <a:defRPr sz="268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566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1931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958" y="2872123"/>
            <a:ext cx="19871472" cy="4792202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958" y="7709662"/>
            <a:ext cx="19871472" cy="2520106"/>
          </a:xfrm>
        </p:spPr>
        <p:txBody>
          <a:bodyPr/>
          <a:lstStyle>
            <a:lvl1pPr marL="0" indent="0">
              <a:buNone/>
              <a:defRPr sz="4032">
                <a:solidFill>
                  <a:schemeClr val="tx1">
                    <a:tint val="82000"/>
                  </a:schemeClr>
                </a:solidFill>
              </a:defRPr>
            </a:lvl1pPr>
            <a:lvl2pPr marL="76805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2pPr>
            <a:lvl3pPr marL="1536101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3pPr>
            <a:lvl4pPr marL="2304151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4pPr>
            <a:lvl5pPr marL="3072201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5pPr>
            <a:lvl6pPr marL="3840251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6pPr>
            <a:lvl7pPr marL="4608302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7pPr>
            <a:lvl8pPr marL="5376352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8pPr>
            <a:lvl9pPr marL="6144402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3590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3958" y="3066796"/>
            <a:ext cx="9791740" cy="73096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63690" y="3066796"/>
            <a:ext cx="9791740" cy="73096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16520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59" y="613360"/>
            <a:ext cx="19871472" cy="222676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6960" y="2824120"/>
            <a:ext cx="9746740" cy="1384058"/>
          </a:xfrm>
        </p:spPr>
        <p:txBody>
          <a:bodyPr anchor="b"/>
          <a:lstStyle>
            <a:lvl1pPr marL="0" indent="0">
              <a:buNone/>
              <a:defRPr sz="4032" b="1"/>
            </a:lvl1pPr>
            <a:lvl2pPr marL="768050" indent="0">
              <a:buNone/>
              <a:defRPr sz="3360" b="1"/>
            </a:lvl2pPr>
            <a:lvl3pPr marL="1536101" indent="0">
              <a:buNone/>
              <a:defRPr sz="3024" b="1"/>
            </a:lvl3pPr>
            <a:lvl4pPr marL="2304151" indent="0">
              <a:buNone/>
              <a:defRPr sz="2688" b="1"/>
            </a:lvl4pPr>
            <a:lvl5pPr marL="3072201" indent="0">
              <a:buNone/>
              <a:defRPr sz="2688" b="1"/>
            </a:lvl5pPr>
            <a:lvl6pPr marL="3840251" indent="0">
              <a:buNone/>
              <a:defRPr sz="2688" b="1"/>
            </a:lvl6pPr>
            <a:lvl7pPr marL="4608302" indent="0">
              <a:buNone/>
              <a:defRPr sz="2688" b="1"/>
            </a:lvl7pPr>
            <a:lvl8pPr marL="5376352" indent="0">
              <a:buNone/>
              <a:defRPr sz="2688" b="1"/>
            </a:lvl8pPr>
            <a:lvl9pPr marL="6144402" indent="0">
              <a:buNone/>
              <a:defRPr sz="26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6960" y="4208178"/>
            <a:ext cx="9746740" cy="6189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63690" y="2824120"/>
            <a:ext cx="9794741" cy="1384058"/>
          </a:xfrm>
        </p:spPr>
        <p:txBody>
          <a:bodyPr anchor="b"/>
          <a:lstStyle>
            <a:lvl1pPr marL="0" indent="0">
              <a:buNone/>
              <a:defRPr sz="4032" b="1"/>
            </a:lvl1pPr>
            <a:lvl2pPr marL="768050" indent="0">
              <a:buNone/>
              <a:defRPr sz="3360" b="1"/>
            </a:lvl2pPr>
            <a:lvl3pPr marL="1536101" indent="0">
              <a:buNone/>
              <a:defRPr sz="3024" b="1"/>
            </a:lvl3pPr>
            <a:lvl4pPr marL="2304151" indent="0">
              <a:buNone/>
              <a:defRPr sz="2688" b="1"/>
            </a:lvl4pPr>
            <a:lvl5pPr marL="3072201" indent="0">
              <a:buNone/>
              <a:defRPr sz="2688" b="1"/>
            </a:lvl5pPr>
            <a:lvl6pPr marL="3840251" indent="0">
              <a:buNone/>
              <a:defRPr sz="2688" b="1"/>
            </a:lvl6pPr>
            <a:lvl7pPr marL="4608302" indent="0">
              <a:buNone/>
              <a:defRPr sz="2688" b="1"/>
            </a:lvl7pPr>
            <a:lvl8pPr marL="5376352" indent="0">
              <a:buNone/>
              <a:defRPr sz="2688" b="1"/>
            </a:lvl8pPr>
            <a:lvl9pPr marL="6144402" indent="0">
              <a:buNone/>
              <a:defRPr sz="26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63690" y="4208178"/>
            <a:ext cx="9794741" cy="6189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2720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3078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58859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60" y="768032"/>
            <a:ext cx="7430802" cy="2688114"/>
          </a:xfrm>
        </p:spPr>
        <p:txBody>
          <a:bodyPr anchor="b"/>
          <a:lstStyle>
            <a:lvl1pPr>
              <a:defRPr sz="53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4741" y="1658738"/>
            <a:ext cx="11663690" cy="8187013"/>
          </a:xfrm>
        </p:spPr>
        <p:txBody>
          <a:bodyPr/>
          <a:lstStyle>
            <a:lvl1pPr>
              <a:defRPr sz="5376"/>
            </a:lvl1pPr>
            <a:lvl2pPr>
              <a:defRPr sz="4704"/>
            </a:lvl2pPr>
            <a:lvl3pPr>
              <a:defRPr sz="4032"/>
            </a:lvl3pPr>
            <a:lvl4pPr>
              <a:defRPr sz="3360"/>
            </a:lvl4pPr>
            <a:lvl5pPr>
              <a:defRPr sz="3360"/>
            </a:lvl5pPr>
            <a:lvl6pPr>
              <a:defRPr sz="3360"/>
            </a:lvl6pPr>
            <a:lvl7pPr>
              <a:defRPr sz="3360"/>
            </a:lvl7pPr>
            <a:lvl8pPr>
              <a:defRPr sz="3360"/>
            </a:lvl8pPr>
            <a:lvl9pPr>
              <a:defRPr sz="336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60" y="3456146"/>
            <a:ext cx="7430802" cy="6402939"/>
          </a:xfrm>
        </p:spPr>
        <p:txBody>
          <a:bodyPr/>
          <a:lstStyle>
            <a:lvl1pPr marL="0" indent="0">
              <a:buNone/>
              <a:defRPr sz="2688"/>
            </a:lvl1pPr>
            <a:lvl2pPr marL="768050" indent="0">
              <a:buNone/>
              <a:defRPr sz="2352"/>
            </a:lvl2pPr>
            <a:lvl3pPr marL="1536101" indent="0">
              <a:buNone/>
              <a:defRPr sz="2016"/>
            </a:lvl3pPr>
            <a:lvl4pPr marL="2304151" indent="0">
              <a:buNone/>
              <a:defRPr sz="1680"/>
            </a:lvl4pPr>
            <a:lvl5pPr marL="3072201" indent="0">
              <a:buNone/>
              <a:defRPr sz="1680"/>
            </a:lvl5pPr>
            <a:lvl6pPr marL="3840251" indent="0">
              <a:buNone/>
              <a:defRPr sz="1680"/>
            </a:lvl6pPr>
            <a:lvl7pPr marL="4608302" indent="0">
              <a:buNone/>
              <a:defRPr sz="1680"/>
            </a:lvl7pPr>
            <a:lvl8pPr marL="5376352" indent="0">
              <a:buNone/>
              <a:defRPr sz="1680"/>
            </a:lvl8pPr>
            <a:lvl9pPr marL="6144402" indent="0">
              <a:buNone/>
              <a:defRPr sz="168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71232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60" y="768032"/>
            <a:ext cx="7430802" cy="2688114"/>
          </a:xfrm>
        </p:spPr>
        <p:txBody>
          <a:bodyPr anchor="b"/>
          <a:lstStyle>
            <a:lvl1pPr>
              <a:defRPr sz="53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94741" y="1658738"/>
            <a:ext cx="11663690" cy="8187013"/>
          </a:xfrm>
        </p:spPr>
        <p:txBody>
          <a:bodyPr anchor="t"/>
          <a:lstStyle>
            <a:lvl1pPr marL="0" indent="0">
              <a:buNone/>
              <a:defRPr sz="5376"/>
            </a:lvl1pPr>
            <a:lvl2pPr marL="768050" indent="0">
              <a:buNone/>
              <a:defRPr sz="4704"/>
            </a:lvl2pPr>
            <a:lvl3pPr marL="1536101" indent="0">
              <a:buNone/>
              <a:defRPr sz="4032"/>
            </a:lvl3pPr>
            <a:lvl4pPr marL="2304151" indent="0">
              <a:buNone/>
              <a:defRPr sz="3360"/>
            </a:lvl4pPr>
            <a:lvl5pPr marL="3072201" indent="0">
              <a:buNone/>
              <a:defRPr sz="3360"/>
            </a:lvl5pPr>
            <a:lvl6pPr marL="3840251" indent="0">
              <a:buNone/>
              <a:defRPr sz="3360"/>
            </a:lvl6pPr>
            <a:lvl7pPr marL="4608302" indent="0">
              <a:buNone/>
              <a:defRPr sz="3360"/>
            </a:lvl7pPr>
            <a:lvl8pPr marL="5376352" indent="0">
              <a:buNone/>
              <a:defRPr sz="3360"/>
            </a:lvl8pPr>
            <a:lvl9pPr marL="6144402" indent="0">
              <a:buNone/>
              <a:defRPr sz="336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60" y="3456146"/>
            <a:ext cx="7430802" cy="6402939"/>
          </a:xfrm>
        </p:spPr>
        <p:txBody>
          <a:bodyPr/>
          <a:lstStyle>
            <a:lvl1pPr marL="0" indent="0">
              <a:buNone/>
              <a:defRPr sz="2688"/>
            </a:lvl1pPr>
            <a:lvl2pPr marL="768050" indent="0">
              <a:buNone/>
              <a:defRPr sz="2352"/>
            </a:lvl2pPr>
            <a:lvl3pPr marL="1536101" indent="0">
              <a:buNone/>
              <a:defRPr sz="2016"/>
            </a:lvl3pPr>
            <a:lvl4pPr marL="2304151" indent="0">
              <a:buNone/>
              <a:defRPr sz="1680"/>
            </a:lvl4pPr>
            <a:lvl5pPr marL="3072201" indent="0">
              <a:buNone/>
              <a:defRPr sz="1680"/>
            </a:lvl5pPr>
            <a:lvl6pPr marL="3840251" indent="0">
              <a:buNone/>
              <a:defRPr sz="1680"/>
            </a:lvl6pPr>
            <a:lvl7pPr marL="4608302" indent="0">
              <a:buNone/>
              <a:defRPr sz="1680"/>
            </a:lvl7pPr>
            <a:lvl8pPr marL="5376352" indent="0">
              <a:buNone/>
              <a:defRPr sz="1680"/>
            </a:lvl8pPr>
            <a:lvl9pPr marL="6144402" indent="0">
              <a:buNone/>
              <a:defRPr sz="168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48987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0594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487562" y="613359"/>
            <a:ext cx="4967868" cy="976308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83958" y="613359"/>
            <a:ext cx="14615612" cy="976308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593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83958" y="613360"/>
            <a:ext cx="19871472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958" y="3066796"/>
            <a:ext cx="19871472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83958" y="10677787"/>
            <a:ext cx="5183862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31798" y="10677787"/>
            <a:ext cx="7775793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71568" y="10677787"/>
            <a:ext cx="5183862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0381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36101" rtl="0" eaLnBrk="1" latinLnBrk="0" hangingPunct="1">
        <a:lnSpc>
          <a:spcPct val="90000"/>
        </a:lnSpc>
        <a:spcBef>
          <a:spcPct val="0"/>
        </a:spcBef>
        <a:buNone/>
        <a:defRPr sz="73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025" indent="-384025" algn="l" defTabSz="1536101" rtl="0" eaLnBrk="1" latinLnBrk="0" hangingPunct="1">
        <a:lnSpc>
          <a:spcPct val="90000"/>
        </a:lnSpc>
        <a:spcBef>
          <a:spcPts val="1680"/>
        </a:spcBef>
        <a:buFont typeface="Arial" panose="020B0604020202020204" pitchFamily="34" charset="0"/>
        <a:buChar char="•"/>
        <a:defRPr sz="4704" kern="1200">
          <a:solidFill>
            <a:schemeClr val="tx1"/>
          </a:solidFill>
          <a:latin typeface="+mn-lt"/>
          <a:ea typeface="+mn-ea"/>
          <a:cs typeface="+mn-cs"/>
        </a:defRPr>
      </a:lvl1pPr>
      <a:lvl2pPr marL="1152075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4032" kern="1200">
          <a:solidFill>
            <a:schemeClr val="tx1"/>
          </a:solidFill>
          <a:latin typeface="+mn-lt"/>
          <a:ea typeface="+mn-ea"/>
          <a:cs typeface="+mn-cs"/>
        </a:defRPr>
      </a:lvl2pPr>
      <a:lvl3pPr marL="1920126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3pPr>
      <a:lvl4pPr marL="2688176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4pPr>
      <a:lvl5pPr marL="3456226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5pPr>
      <a:lvl6pPr marL="4224277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6pPr>
      <a:lvl7pPr marL="4992327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7pPr>
      <a:lvl8pPr marL="5760377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8pPr>
      <a:lvl9pPr marL="6528427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68050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2pPr>
      <a:lvl3pPr marL="1536101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3pPr>
      <a:lvl4pPr marL="2304151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4pPr>
      <a:lvl5pPr marL="3072201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5pPr>
      <a:lvl6pPr marL="3840251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6pPr>
      <a:lvl7pPr marL="4608302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7pPr>
      <a:lvl8pPr marL="5376352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8pPr>
      <a:lvl9pPr marL="6144402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F0A7258-011E-42F5-0AE2-FACF8B97B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9922" y="3905902"/>
            <a:ext cx="17279541" cy="2781450"/>
          </a:xfrm>
        </p:spPr>
        <p:txBody>
          <a:bodyPr>
            <a:normAutofit/>
          </a:bodyPr>
          <a:lstStyle/>
          <a:p>
            <a:r>
              <a:rPr lang="de-CH" sz="9600" b="1" dirty="0"/>
              <a:t>4.- Fr.</a:t>
            </a:r>
          </a:p>
        </p:txBody>
      </p:sp>
      <p:pic>
        <p:nvPicPr>
          <p:cNvPr id="7" name="Grafik 6" descr="Bier mit einfarbiger Füllung">
            <a:extLst>
              <a:ext uri="{FF2B5EF4-FFF2-40B4-BE49-F238E27FC236}">
                <a16:creationId xmlns:a16="http://schemas.microsoft.com/office/drawing/2014/main" id="{7246A03F-7AB7-856F-EFAB-D40410030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8666" y="3604857"/>
            <a:ext cx="1536065" cy="1536065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4A886E0C-5769-C0A1-A94F-5E48762945BA}"/>
              </a:ext>
            </a:extLst>
          </p:cNvPr>
          <p:cNvSpPr txBox="1">
            <a:spLocks/>
          </p:cNvSpPr>
          <p:nvPr/>
        </p:nvSpPr>
        <p:spPr>
          <a:xfrm>
            <a:off x="3891909" y="1400460"/>
            <a:ext cx="15255565" cy="36214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53610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7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11647" dirty="0"/>
              <a:t>HALBZEIT</a:t>
            </a:r>
            <a:endParaRPr lang="de-CH" sz="6400" dirty="0"/>
          </a:p>
        </p:txBody>
      </p:sp>
      <p:pic>
        <p:nvPicPr>
          <p:cNvPr id="13" name="Grafik 12" descr="Hotdog mit einfarbiger Füllung">
            <a:extLst>
              <a:ext uri="{FF2B5EF4-FFF2-40B4-BE49-F238E27FC236}">
                <a16:creationId xmlns:a16="http://schemas.microsoft.com/office/drawing/2014/main" id="{46198F4A-D22F-F671-B485-F1DCB1101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5230" y="5425966"/>
            <a:ext cx="1536065" cy="1536065"/>
          </a:xfrm>
          <a:prstGeom prst="rect">
            <a:avLst/>
          </a:prstGeom>
        </p:spPr>
      </p:pic>
      <p:sp>
        <p:nvSpPr>
          <p:cNvPr id="14" name="Untertitel 2">
            <a:extLst>
              <a:ext uri="{FF2B5EF4-FFF2-40B4-BE49-F238E27FC236}">
                <a16:creationId xmlns:a16="http://schemas.microsoft.com/office/drawing/2014/main" id="{0DCB3BB8-E127-A045-1678-BFCEFE8B6016}"/>
              </a:ext>
            </a:extLst>
          </p:cNvPr>
          <p:cNvSpPr txBox="1">
            <a:spLocks/>
          </p:cNvSpPr>
          <p:nvPr/>
        </p:nvSpPr>
        <p:spPr>
          <a:xfrm>
            <a:off x="2879923" y="5544940"/>
            <a:ext cx="17279541" cy="2781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536101" rtl="0" eaLnBrk="1" latinLnBrk="0" hangingPunct="1">
              <a:lnSpc>
                <a:spcPct val="90000"/>
              </a:lnSpc>
              <a:spcBef>
                <a:spcPts val="1680"/>
              </a:spcBef>
              <a:buFont typeface="Arial" panose="020B0604020202020204" pitchFamily="34" charset="0"/>
              <a:buNone/>
              <a:defRPr sz="40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68050" indent="0" algn="ctr" defTabSz="1536101" rtl="0" eaLnBrk="1" latinLnBrk="0" hangingPunct="1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None/>
              <a:defRPr sz="3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6101" indent="0" algn="ctr" defTabSz="1536101" rtl="0" eaLnBrk="1" latinLnBrk="0" hangingPunct="1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None/>
              <a:defRPr sz="3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04151" indent="0" algn="ctr" defTabSz="1536101" rtl="0" eaLnBrk="1" latinLnBrk="0" hangingPunct="1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None/>
              <a:defRPr sz="2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72201" indent="0" algn="ctr" defTabSz="1536101" rtl="0" eaLnBrk="1" latinLnBrk="0" hangingPunct="1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None/>
              <a:defRPr sz="2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40251" indent="0" algn="ctr" defTabSz="1536101" rtl="0" eaLnBrk="1" latinLnBrk="0" hangingPunct="1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None/>
              <a:defRPr sz="2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08302" indent="0" algn="ctr" defTabSz="1536101" rtl="0" eaLnBrk="1" latinLnBrk="0" hangingPunct="1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None/>
              <a:defRPr sz="2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76352" indent="0" algn="ctr" defTabSz="1536101" rtl="0" eaLnBrk="1" latinLnBrk="0" hangingPunct="1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None/>
              <a:defRPr sz="2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144402" indent="0" algn="ctr" defTabSz="1536101" rtl="0" eaLnBrk="1" latinLnBrk="0" hangingPunct="1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None/>
              <a:defRPr sz="2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9600" b="1" dirty="0"/>
              <a:t>6.- Fr.</a:t>
            </a:r>
          </a:p>
        </p:txBody>
      </p:sp>
    </p:spTree>
    <p:extLst>
      <p:ext uri="{BB962C8B-B14F-4D97-AF65-F5344CB8AC3E}">
        <p14:creationId xmlns:p14="http://schemas.microsoft.com/office/powerpoint/2010/main" val="3637014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078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33409-F679-693A-B223-4BD2BB6E8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DFFD1-77B5-D83C-F7EC-C5377D0FF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2717" y="1093607"/>
            <a:ext cx="15255565" cy="3621488"/>
          </a:xfrm>
        </p:spPr>
        <p:txBody>
          <a:bodyPr anchor="t">
            <a:noAutofit/>
          </a:bodyPr>
          <a:lstStyle/>
          <a:p>
            <a:r>
              <a:rPr lang="de-CH" sz="11647" dirty="0"/>
              <a:t>HALBZEIT</a:t>
            </a:r>
            <a:endParaRPr lang="de-CH" sz="64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8D77BB-1357-59BA-76D6-22551424A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5414" y="4661653"/>
            <a:ext cx="7283475" cy="1319647"/>
          </a:xfrm>
        </p:spPr>
        <p:txBody>
          <a:bodyPr/>
          <a:lstStyle/>
          <a:p>
            <a:r>
              <a:rPr lang="de-CH" sz="4267" dirty="0"/>
              <a:t>Sponsoren</a:t>
            </a:r>
            <a:endParaRPr lang="de-CH" dirty="0"/>
          </a:p>
        </p:txBody>
      </p:sp>
      <p:pic>
        <p:nvPicPr>
          <p:cNvPr id="6" name="Picture 2" descr="Werbung Silhouette">
            <a:extLst>
              <a:ext uri="{FF2B5EF4-FFF2-40B4-BE49-F238E27FC236}">
                <a16:creationId xmlns:a16="http://schemas.microsoft.com/office/drawing/2014/main" id="{34168CD4-E900-0E85-2AAF-FF3F62B9C52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1471538" y="5014976"/>
            <a:ext cx="6059036" cy="6059036"/>
          </a:xfrm>
          <a:prstGeom prst="rect">
            <a:avLst/>
          </a:prstGeom>
          <a:noFill/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619B6BA-2E68-ABDC-9BB9-B880F49A14BD}"/>
              </a:ext>
            </a:extLst>
          </p:cNvPr>
          <p:cNvSpPr txBox="1"/>
          <p:nvPr/>
        </p:nvSpPr>
        <p:spPr>
          <a:xfrm>
            <a:off x="2252153" y="6243985"/>
            <a:ext cx="4497803" cy="304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4801" dirty="0">
                <a:ln w="0"/>
                <a:solidFill>
                  <a:schemeClr val="bg1">
                    <a:lumMod val="50000"/>
                  </a:schemeClr>
                </a:solidFill>
              </a:rPr>
              <a:t>HIER KÖNNTE IHRE WERBUNG STEHEN</a:t>
            </a:r>
          </a:p>
        </p:txBody>
      </p:sp>
      <p:pic>
        <p:nvPicPr>
          <p:cNvPr id="8" name="Picture 2" descr="Werbung Silhouette">
            <a:extLst>
              <a:ext uri="{FF2B5EF4-FFF2-40B4-BE49-F238E27FC236}">
                <a16:creationId xmlns:a16="http://schemas.microsoft.com/office/drawing/2014/main" id="{7217C7DA-8C66-8E17-4704-A06E408AEA47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8067634" y="5014978"/>
            <a:ext cx="6059036" cy="6059036"/>
          </a:xfrm>
          <a:prstGeom prst="rect">
            <a:avLst/>
          </a:prstGeom>
          <a:noFill/>
        </p:spPr>
      </p:pic>
      <p:pic>
        <p:nvPicPr>
          <p:cNvPr id="9" name="Picture 2" descr="Werbung Silhouette">
            <a:extLst>
              <a:ext uri="{FF2B5EF4-FFF2-40B4-BE49-F238E27FC236}">
                <a16:creationId xmlns:a16="http://schemas.microsoft.com/office/drawing/2014/main" id="{77BEECFB-F06A-297E-2109-2A99C7C680E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14663733" y="5014978"/>
            <a:ext cx="6059036" cy="6059036"/>
          </a:xfrm>
          <a:prstGeom prst="rect">
            <a:avLst/>
          </a:prstGeom>
          <a:noFill/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D587692-7647-93F7-CAA3-C5D0F1BB219A}"/>
              </a:ext>
            </a:extLst>
          </p:cNvPr>
          <p:cNvSpPr txBox="1"/>
          <p:nvPr/>
        </p:nvSpPr>
        <p:spPr>
          <a:xfrm>
            <a:off x="8848250" y="6281183"/>
            <a:ext cx="4497803" cy="304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4801" dirty="0">
                <a:ln w="0"/>
                <a:solidFill>
                  <a:schemeClr val="bg1">
                    <a:lumMod val="50000"/>
                  </a:schemeClr>
                </a:solidFill>
              </a:rPr>
              <a:t>HIER KÖNNTE IHRE WERBUNG STEHEN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57C0D6-8880-BC87-6871-9FB2310D7269}"/>
              </a:ext>
            </a:extLst>
          </p:cNvPr>
          <p:cNvSpPr txBox="1"/>
          <p:nvPr/>
        </p:nvSpPr>
        <p:spPr>
          <a:xfrm>
            <a:off x="15444348" y="6243985"/>
            <a:ext cx="4497803" cy="304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4801" dirty="0">
                <a:ln w="0"/>
                <a:solidFill>
                  <a:schemeClr val="bg1">
                    <a:lumMod val="50000"/>
                  </a:schemeClr>
                </a:solidFill>
              </a:rPr>
              <a:t>HIER KÖNNTE IHRE WERBUNG STEHEN</a:t>
            </a:r>
          </a:p>
        </p:txBody>
      </p:sp>
    </p:spTree>
    <p:extLst>
      <p:ext uri="{BB962C8B-B14F-4D97-AF65-F5344CB8AC3E}">
        <p14:creationId xmlns:p14="http://schemas.microsoft.com/office/powerpoint/2010/main" val="102270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101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5A2B25F-6A9F-EBA6-1DEB-56A6F4856C35}"/>
              </a:ext>
            </a:extLst>
          </p:cNvPr>
          <p:cNvSpPr txBox="1"/>
          <p:nvPr/>
        </p:nvSpPr>
        <p:spPr>
          <a:xfrm>
            <a:off x="4045314" y="2992559"/>
            <a:ext cx="14948763" cy="323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0224" dirty="0">
                <a:ln w="0"/>
                <a:solidFill>
                  <a:schemeClr val="bg1">
                    <a:lumMod val="50000"/>
                  </a:schemeClr>
                </a:solidFill>
              </a:rPr>
              <a:t>HIER KÖNNTE IHRE WERBUNG STEHEN</a:t>
            </a:r>
          </a:p>
        </p:txBody>
      </p:sp>
    </p:spTree>
    <p:extLst>
      <p:ext uri="{BB962C8B-B14F-4D97-AF65-F5344CB8AC3E}">
        <p14:creationId xmlns:p14="http://schemas.microsoft.com/office/powerpoint/2010/main" val="3054940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</Words>
  <Application>Microsoft Office PowerPoint</Application>
  <PresentationFormat>Benutzerdefiniert</PresentationFormat>
  <Paragraphs>9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HALBZEIT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Paramalingam Paranithan</dc:creator>
  <cp:lastModifiedBy>Paranithan Paramalingam</cp:lastModifiedBy>
  <cp:revision>5</cp:revision>
  <dcterms:created xsi:type="dcterms:W3CDTF">2025-11-26T09:27:49Z</dcterms:created>
  <dcterms:modified xsi:type="dcterms:W3CDTF">2026-06-02T12:49:43Z</dcterms:modified>
</cp:coreProperties>
</file>