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3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3B3AEF-F178-9CC1-BA7F-566D96031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571E89-07C7-6E6C-67B1-4C46D36E3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E16ECF-0F4E-1943-30AD-4448FE299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D15C0C-DEC3-7BB7-7BA4-A5631E096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CB3D05-3BE6-C041-1E77-B6DCE607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2389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D6FDCB-1170-E842-4AD3-AC70BEB3B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042FDD-2611-DBA2-B5E2-7AE601EE5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6FED39-79B4-149E-A093-4B7D3E43C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BEBE02-48C0-3C24-64D9-2779F6D7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AD5226-6DD4-90F9-8CFA-9E8F8508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048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9B140A-4644-B841-C5B5-2A7EB8124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AAF782-7F45-6B25-99D8-5F2E88B03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57A514-10F4-E893-152B-CE1F62B9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DF0C1A-3B69-E32C-B887-687B6B95E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FB72F3-CBF4-7569-683E-FD6A7B00E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56374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BF59EF-5C3F-3FE3-4A73-1D4C1C698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641055-D1AD-8A68-0811-410A785506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CC7511-0787-1D05-47FD-4F201D597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E6C3FE-E5D5-9582-04C8-269AE205E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9E6605-C23E-7930-48CA-3402F6FFA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2BAF1F-B0C7-3955-48CC-EA1F38C0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9639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32E2A7-4258-C9D1-290B-1D5E261F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1708BA-CA44-DA74-C653-A30026834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AFFC61E-D86D-F04B-6FFE-B0FF526E1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9437996-138D-77AC-F86A-D938A26A4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0FE1B8-52CB-9D2B-A9A2-495207242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B4DBB8-C30B-36AA-CD4C-F9E66A88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C0788A6-FC49-0F4F-146D-36CE092E7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3CD2F6B-AE76-AC0D-8D0D-ACDC6524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46182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DF3B2D-8862-958A-8F4F-2BD5B4AA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DB315E-6E4B-AC5B-EF21-F89EBA29F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D75FAB-53AE-BFF9-15B3-8E92F64B0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ABD53F-F514-1391-203D-80714B55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4191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113D021-014E-7250-E32D-F11BD19AA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5487D7-F6A5-940F-5FE5-7509FF34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BCEF05-B651-623B-D3A6-B4CB2136F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57711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6AF00C-CB4B-0FC1-AA7A-6FBFA33A5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B62902-BF00-2ED2-AFE3-C7274E640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083751-15C9-8092-94A4-3FA7277D5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16660C-3C89-527F-A5D1-E4678BC9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C83901-7A21-F356-0ACE-F63CB4A1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2601AB-92D9-61F1-626F-71BBD2C4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88419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DA440-A2A0-3933-1EC6-1071ADB6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2C8A479-5CED-B706-953B-1FCBF47D9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CF92E8-45B2-3C60-C05E-E1652A44D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35FD0EE-A41E-8B37-330E-C3BDFE047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4846CCA-93DB-60EA-B76F-C20D00E81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431ACF-8E42-DD04-B05A-BC5BEF08E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07438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449E27-37B2-4228-3D72-21BE5147F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649072-36DD-89B8-292F-4BFB41318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D5AFA1-64E1-8E13-0860-E145E48E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2C20EF-B58F-37EC-4AE3-13A2B863B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36DC00-1E29-8361-AA4E-5CADADFF3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743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8C9E215-A6FB-6AC2-F15A-C4F8CFF3DC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4F6B61-5C40-9D1B-E475-2B470AC81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F2CA66-666B-F6F7-9F28-60183AE16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3ADD53-A5DB-17B8-1B5E-D01867193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404A45-EAD6-C713-2161-EEC0D6F8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71222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EBF5863-1D80-08DA-FD08-C9E0C3E88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422A03-0EF5-FAA8-01A8-1BFFD79B7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CB4ECB-20AA-769A-0AD8-9A3F86038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BF9560-8671-453D-AEEB-6496BE150E94}" type="datetimeFigureOut">
              <a:rPr lang="de-CH" smtClean="0"/>
              <a:t>26.11.2025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EF48F4-DF02-7833-8987-8B2915928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5B37D6-CC4A-0C5B-8E5A-72933C341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22917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AC92E2-6F98-132A-8AE9-DCE3FEAEE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2120348"/>
          </a:xfrm>
        </p:spPr>
        <p:txBody>
          <a:bodyPr/>
          <a:lstStyle/>
          <a:p>
            <a:r>
              <a:rPr lang="de-CH" dirty="0"/>
              <a:t>Halbzeit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0A7258-011E-42F5-0AE2-FACF8B97B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CH" sz="3200" b="1" dirty="0"/>
              <a:t>4.- Fr.</a:t>
            </a:r>
          </a:p>
        </p:txBody>
      </p:sp>
      <p:pic>
        <p:nvPicPr>
          <p:cNvPr id="7" name="Grafik 6" descr="Bier mit einfarbiger Füllung">
            <a:extLst>
              <a:ext uri="{FF2B5EF4-FFF2-40B4-BE49-F238E27FC236}">
                <a16:creationId xmlns:a16="http://schemas.microsoft.com/office/drawing/2014/main" id="{7246A03F-7AB7-856F-EFAB-D40410030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8329" y="33601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014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33409-F679-693A-B223-4BD2BB6E8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DFFD1-77B5-D83C-F7EC-C5377D0FF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2120348"/>
          </a:xfrm>
        </p:spPr>
        <p:txBody>
          <a:bodyPr/>
          <a:lstStyle/>
          <a:p>
            <a:r>
              <a:rPr lang="de-CH" dirty="0"/>
              <a:t>Halbzeit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8D77BB-1357-59BA-76D6-22551424AF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Sponsoren</a:t>
            </a:r>
          </a:p>
        </p:txBody>
      </p:sp>
      <p:pic>
        <p:nvPicPr>
          <p:cNvPr id="1026" name="Picture 2" descr="Berner Fachhochschule BFH | Bring Your ...">
            <a:extLst>
              <a:ext uri="{FF2B5EF4-FFF2-40B4-BE49-F238E27FC236}">
                <a16:creationId xmlns:a16="http://schemas.microsoft.com/office/drawing/2014/main" id="{EB382F1C-93FD-77F0-34D7-5B431720F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75" y="4629150"/>
            <a:ext cx="362902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ilchenmann AG in Kehrsatz ...">
            <a:extLst>
              <a:ext uri="{FF2B5EF4-FFF2-40B4-BE49-F238E27FC236}">
                <a16:creationId xmlns:a16="http://schemas.microsoft.com/office/drawing/2014/main" id="{16C107E0-3EB8-3F67-6693-F09FEDFF5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356" y="4952586"/>
            <a:ext cx="376237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eldschlösschen Getränke – Wikipedia">
            <a:extLst>
              <a:ext uri="{FF2B5EF4-FFF2-40B4-BE49-F238E27FC236}">
                <a16:creationId xmlns:a16="http://schemas.microsoft.com/office/drawing/2014/main" id="{766DA4F7-A246-0CDA-64E3-7A29BFC5B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569" y="4552536"/>
            <a:ext cx="281940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62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Breitbild</PresentationFormat>
  <Paragraphs>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Halbzeit</vt:lpstr>
      <vt:lpstr>Halbzeit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Paramalingam Paranithan</dc:creator>
  <cp:lastModifiedBy>Paramalingam Paranithan</cp:lastModifiedBy>
  <cp:revision>4</cp:revision>
  <dcterms:created xsi:type="dcterms:W3CDTF">2025-11-26T09:27:49Z</dcterms:created>
  <dcterms:modified xsi:type="dcterms:W3CDTF">2025-11-26T09:38:49Z</dcterms:modified>
</cp:coreProperties>
</file>