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9" r:id="rId3"/>
    <p:sldId id="258" r:id="rId4"/>
    <p:sldId id="260" r:id="rId5"/>
    <p:sldId id="261" r:id="rId6"/>
  </p:sldIdLst>
  <p:sldSz cx="23039388" cy="1152048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7" autoAdjust="0"/>
    <p:restoredTop sz="94660"/>
  </p:normalViewPr>
  <p:slideViewPr>
    <p:cSldViewPr snapToGrid="0">
      <p:cViewPr varScale="1">
        <p:scale>
          <a:sx n="54" d="100"/>
          <a:sy n="54" d="100"/>
        </p:scale>
        <p:origin x="68" y="3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879924" y="1885414"/>
            <a:ext cx="17279541" cy="4010837"/>
          </a:xfrm>
        </p:spPr>
        <p:txBody>
          <a:bodyPr anchor="b"/>
          <a:lstStyle>
            <a:lvl1pPr algn="ctr">
              <a:defRPr sz="10079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879924" y="6050924"/>
            <a:ext cx="17279541" cy="2781450"/>
          </a:xfrm>
        </p:spPr>
        <p:txBody>
          <a:bodyPr/>
          <a:lstStyle>
            <a:lvl1pPr marL="0" indent="0" algn="ctr">
              <a:buNone/>
              <a:defRPr sz="4032"/>
            </a:lvl1pPr>
            <a:lvl2pPr marL="768050" indent="0" algn="ctr">
              <a:buNone/>
              <a:defRPr sz="3360"/>
            </a:lvl2pPr>
            <a:lvl3pPr marL="1536101" indent="0" algn="ctr">
              <a:buNone/>
              <a:defRPr sz="3024"/>
            </a:lvl3pPr>
            <a:lvl4pPr marL="2304151" indent="0" algn="ctr">
              <a:buNone/>
              <a:defRPr sz="2688"/>
            </a:lvl4pPr>
            <a:lvl5pPr marL="3072201" indent="0" algn="ctr">
              <a:buNone/>
              <a:defRPr sz="2688"/>
            </a:lvl5pPr>
            <a:lvl6pPr marL="3840251" indent="0" algn="ctr">
              <a:buNone/>
              <a:defRPr sz="2688"/>
            </a:lvl6pPr>
            <a:lvl7pPr marL="4608302" indent="0" algn="ctr">
              <a:buNone/>
              <a:defRPr sz="2688"/>
            </a:lvl7pPr>
            <a:lvl8pPr marL="5376352" indent="0" algn="ctr">
              <a:buNone/>
              <a:defRPr sz="2688"/>
            </a:lvl8pPr>
            <a:lvl9pPr marL="6144402" indent="0" algn="ctr">
              <a:buNone/>
              <a:defRPr sz="2688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BF9560-8671-453D-AEEB-6496BE150E94}" type="datetimeFigureOut">
              <a:rPr lang="de-CH" smtClean="0"/>
              <a:t>02.06.2026</a:t>
            </a:fld>
            <a:endParaRPr lang="de-C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35B072-17BC-4816-B1CC-055E066047C9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4734748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BF9560-8671-453D-AEEB-6496BE150E94}" type="datetimeFigureOut">
              <a:rPr lang="de-CH" smtClean="0"/>
              <a:t>02.06.2026</a:t>
            </a:fld>
            <a:endParaRPr lang="de-C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35B072-17BC-4816-B1CC-055E066047C9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0183587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1958" y="2872123"/>
            <a:ext cx="19871472" cy="4792202"/>
          </a:xfrm>
        </p:spPr>
        <p:txBody>
          <a:bodyPr anchor="b"/>
          <a:lstStyle>
            <a:lvl1pPr>
              <a:defRPr sz="10079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71958" y="7709662"/>
            <a:ext cx="19871472" cy="2520106"/>
          </a:xfrm>
        </p:spPr>
        <p:txBody>
          <a:bodyPr/>
          <a:lstStyle>
            <a:lvl1pPr marL="0" indent="0">
              <a:buNone/>
              <a:defRPr sz="4032">
                <a:solidFill>
                  <a:schemeClr val="tx1">
                    <a:tint val="82000"/>
                  </a:schemeClr>
                </a:solidFill>
              </a:defRPr>
            </a:lvl1pPr>
            <a:lvl2pPr marL="768050" indent="0">
              <a:buNone/>
              <a:defRPr sz="3360">
                <a:solidFill>
                  <a:schemeClr val="tx1">
                    <a:tint val="82000"/>
                  </a:schemeClr>
                </a:solidFill>
              </a:defRPr>
            </a:lvl2pPr>
            <a:lvl3pPr marL="1536101" indent="0">
              <a:buNone/>
              <a:defRPr sz="3024">
                <a:solidFill>
                  <a:schemeClr val="tx1">
                    <a:tint val="82000"/>
                  </a:schemeClr>
                </a:solidFill>
              </a:defRPr>
            </a:lvl3pPr>
            <a:lvl4pPr marL="2304151" indent="0">
              <a:buNone/>
              <a:defRPr sz="2688">
                <a:solidFill>
                  <a:schemeClr val="tx1">
                    <a:tint val="82000"/>
                  </a:schemeClr>
                </a:solidFill>
              </a:defRPr>
            </a:lvl4pPr>
            <a:lvl5pPr marL="3072201" indent="0">
              <a:buNone/>
              <a:defRPr sz="2688">
                <a:solidFill>
                  <a:schemeClr val="tx1">
                    <a:tint val="82000"/>
                  </a:schemeClr>
                </a:solidFill>
              </a:defRPr>
            </a:lvl5pPr>
            <a:lvl6pPr marL="3840251" indent="0">
              <a:buNone/>
              <a:defRPr sz="2688">
                <a:solidFill>
                  <a:schemeClr val="tx1">
                    <a:tint val="82000"/>
                  </a:schemeClr>
                </a:solidFill>
              </a:defRPr>
            </a:lvl6pPr>
            <a:lvl7pPr marL="4608302" indent="0">
              <a:buNone/>
              <a:defRPr sz="2688">
                <a:solidFill>
                  <a:schemeClr val="tx1">
                    <a:tint val="82000"/>
                  </a:schemeClr>
                </a:solidFill>
              </a:defRPr>
            </a:lvl7pPr>
            <a:lvl8pPr marL="5376352" indent="0">
              <a:buNone/>
              <a:defRPr sz="2688">
                <a:solidFill>
                  <a:schemeClr val="tx1">
                    <a:tint val="82000"/>
                  </a:schemeClr>
                </a:solidFill>
              </a:defRPr>
            </a:lvl8pPr>
            <a:lvl9pPr marL="6144402" indent="0">
              <a:buNone/>
              <a:defRPr sz="2688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BF9560-8671-453D-AEEB-6496BE150E94}" type="datetimeFigureOut">
              <a:rPr lang="de-CH" smtClean="0"/>
              <a:t>02.06.2026</a:t>
            </a:fld>
            <a:endParaRPr lang="de-C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35B072-17BC-4816-B1CC-055E066047C9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1387639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3958" y="3066796"/>
            <a:ext cx="9791740" cy="7309644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663690" y="3066796"/>
            <a:ext cx="9791740" cy="7309644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BF9560-8671-453D-AEEB-6496BE150E94}" type="datetimeFigureOut">
              <a:rPr lang="de-CH" smtClean="0"/>
              <a:t>02.06.2026</a:t>
            </a:fld>
            <a:endParaRPr lang="de-C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35B072-17BC-4816-B1CC-055E066047C9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0707254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6959" y="613360"/>
            <a:ext cx="19871472" cy="2226762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6960" y="2824120"/>
            <a:ext cx="9746740" cy="1384058"/>
          </a:xfrm>
        </p:spPr>
        <p:txBody>
          <a:bodyPr anchor="b"/>
          <a:lstStyle>
            <a:lvl1pPr marL="0" indent="0">
              <a:buNone/>
              <a:defRPr sz="4032" b="1"/>
            </a:lvl1pPr>
            <a:lvl2pPr marL="768050" indent="0">
              <a:buNone/>
              <a:defRPr sz="3360" b="1"/>
            </a:lvl2pPr>
            <a:lvl3pPr marL="1536101" indent="0">
              <a:buNone/>
              <a:defRPr sz="3024" b="1"/>
            </a:lvl3pPr>
            <a:lvl4pPr marL="2304151" indent="0">
              <a:buNone/>
              <a:defRPr sz="2688" b="1"/>
            </a:lvl4pPr>
            <a:lvl5pPr marL="3072201" indent="0">
              <a:buNone/>
              <a:defRPr sz="2688" b="1"/>
            </a:lvl5pPr>
            <a:lvl6pPr marL="3840251" indent="0">
              <a:buNone/>
              <a:defRPr sz="2688" b="1"/>
            </a:lvl6pPr>
            <a:lvl7pPr marL="4608302" indent="0">
              <a:buNone/>
              <a:defRPr sz="2688" b="1"/>
            </a:lvl7pPr>
            <a:lvl8pPr marL="5376352" indent="0">
              <a:buNone/>
              <a:defRPr sz="2688" b="1"/>
            </a:lvl8pPr>
            <a:lvl9pPr marL="6144402" indent="0">
              <a:buNone/>
              <a:defRPr sz="2688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6960" y="4208178"/>
            <a:ext cx="9746740" cy="6189596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1663690" y="2824120"/>
            <a:ext cx="9794741" cy="1384058"/>
          </a:xfrm>
        </p:spPr>
        <p:txBody>
          <a:bodyPr anchor="b"/>
          <a:lstStyle>
            <a:lvl1pPr marL="0" indent="0">
              <a:buNone/>
              <a:defRPr sz="4032" b="1"/>
            </a:lvl1pPr>
            <a:lvl2pPr marL="768050" indent="0">
              <a:buNone/>
              <a:defRPr sz="3360" b="1"/>
            </a:lvl2pPr>
            <a:lvl3pPr marL="1536101" indent="0">
              <a:buNone/>
              <a:defRPr sz="3024" b="1"/>
            </a:lvl3pPr>
            <a:lvl4pPr marL="2304151" indent="0">
              <a:buNone/>
              <a:defRPr sz="2688" b="1"/>
            </a:lvl4pPr>
            <a:lvl5pPr marL="3072201" indent="0">
              <a:buNone/>
              <a:defRPr sz="2688" b="1"/>
            </a:lvl5pPr>
            <a:lvl6pPr marL="3840251" indent="0">
              <a:buNone/>
              <a:defRPr sz="2688" b="1"/>
            </a:lvl6pPr>
            <a:lvl7pPr marL="4608302" indent="0">
              <a:buNone/>
              <a:defRPr sz="2688" b="1"/>
            </a:lvl7pPr>
            <a:lvl8pPr marL="5376352" indent="0">
              <a:buNone/>
              <a:defRPr sz="2688" b="1"/>
            </a:lvl8pPr>
            <a:lvl9pPr marL="6144402" indent="0">
              <a:buNone/>
              <a:defRPr sz="2688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1663690" y="4208178"/>
            <a:ext cx="9794741" cy="6189596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BF9560-8671-453D-AEEB-6496BE150E94}" type="datetimeFigureOut">
              <a:rPr lang="de-CH" smtClean="0"/>
              <a:t>02.06.2026</a:t>
            </a:fld>
            <a:endParaRPr lang="de-CH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35B072-17BC-4816-B1CC-055E066047C9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4398184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BF9560-8671-453D-AEEB-6496BE150E94}" type="datetimeFigureOut">
              <a:rPr lang="de-CH" smtClean="0"/>
              <a:t>02.06.2026</a:t>
            </a:fld>
            <a:endParaRPr lang="de-CH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35B072-17BC-4816-B1CC-055E066047C9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3029125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BF9560-8671-453D-AEEB-6496BE150E94}" type="datetimeFigureOut">
              <a:rPr lang="de-CH" smtClean="0"/>
              <a:t>02.06.2026</a:t>
            </a:fld>
            <a:endParaRPr lang="de-CH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35B072-17BC-4816-B1CC-055E066047C9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41595774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6960" y="768032"/>
            <a:ext cx="7430802" cy="2688114"/>
          </a:xfrm>
        </p:spPr>
        <p:txBody>
          <a:bodyPr anchor="b"/>
          <a:lstStyle>
            <a:lvl1pPr>
              <a:defRPr sz="5376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794741" y="1658738"/>
            <a:ext cx="11663690" cy="8187013"/>
          </a:xfrm>
        </p:spPr>
        <p:txBody>
          <a:bodyPr/>
          <a:lstStyle>
            <a:lvl1pPr>
              <a:defRPr sz="5376"/>
            </a:lvl1pPr>
            <a:lvl2pPr>
              <a:defRPr sz="4704"/>
            </a:lvl2pPr>
            <a:lvl3pPr>
              <a:defRPr sz="4032"/>
            </a:lvl3pPr>
            <a:lvl4pPr>
              <a:defRPr sz="3360"/>
            </a:lvl4pPr>
            <a:lvl5pPr>
              <a:defRPr sz="3360"/>
            </a:lvl5pPr>
            <a:lvl6pPr>
              <a:defRPr sz="3360"/>
            </a:lvl6pPr>
            <a:lvl7pPr>
              <a:defRPr sz="3360"/>
            </a:lvl7pPr>
            <a:lvl8pPr>
              <a:defRPr sz="3360"/>
            </a:lvl8pPr>
            <a:lvl9pPr>
              <a:defRPr sz="336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86960" y="3456146"/>
            <a:ext cx="7430802" cy="6402939"/>
          </a:xfrm>
        </p:spPr>
        <p:txBody>
          <a:bodyPr/>
          <a:lstStyle>
            <a:lvl1pPr marL="0" indent="0">
              <a:buNone/>
              <a:defRPr sz="2688"/>
            </a:lvl1pPr>
            <a:lvl2pPr marL="768050" indent="0">
              <a:buNone/>
              <a:defRPr sz="2352"/>
            </a:lvl2pPr>
            <a:lvl3pPr marL="1536101" indent="0">
              <a:buNone/>
              <a:defRPr sz="2016"/>
            </a:lvl3pPr>
            <a:lvl4pPr marL="2304151" indent="0">
              <a:buNone/>
              <a:defRPr sz="1680"/>
            </a:lvl4pPr>
            <a:lvl5pPr marL="3072201" indent="0">
              <a:buNone/>
              <a:defRPr sz="1680"/>
            </a:lvl5pPr>
            <a:lvl6pPr marL="3840251" indent="0">
              <a:buNone/>
              <a:defRPr sz="1680"/>
            </a:lvl6pPr>
            <a:lvl7pPr marL="4608302" indent="0">
              <a:buNone/>
              <a:defRPr sz="1680"/>
            </a:lvl7pPr>
            <a:lvl8pPr marL="5376352" indent="0">
              <a:buNone/>
              <a:defRPr sz="1680"/>
            </a:lvl8pPr>
            <a:lvl9pPr marL="6144402" indent="0">
              <a:buNone/>
              <a:defRPr sz="168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BF9560-8671-453D-AEEB-6496BE150E94}" type="datetimeFigureOut">
              <a:rPr lang="de-CH" smtClean="0"/>
              <a:t>02.06.2026</a:t>
            </a:fld>
            <a:endParaRPr lang="de-C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35B072-17BC-4816-B1CC-055E066047C9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2443506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6960" y="768032"/>
            <a:ext cx="7430802" cy="2688114"/>
          </a:xfrm>
        </p:spPr>
        <p:txBody>
          <a:bodyPr anchor="b"/>
          <a:lstStyle>
            <a:lvl1pPr>
              <a:defRPr sz="5376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794741" y="1658738"/>
            <a:ext cx="11663690" cy="8187013"/>
          </a:xfrm>
        </p:spPr>
        <p:txBody>
          <a:bodyPr anchor="t"/>
          <a:lstStyle>
            <a:lvl1pPr marL="0" indent="0">
              <a:buNone/>
              <a:defRPr sz="5376"/>
            </a:lvl1pPr>
            <a:lvl2pPr marL="768050" indent="0">
              <a:buNone/>
              <a:defRPr sz="4704"/>
            </a:lvl2pPr>
            <a:lvl3pPr marL="1536101" indent="0">
              <a:buNone/>
              <a:defRPr sz="4032"/>
            </a:lvl3pPr>
            <a:lvl4pPr marL="2304151" indent="0">
              <a:buNone/>
              <a:defRPr sz="3360"/>
            </a:lvl4pPr>
            <a:lvl5pPr marL="3072201" indent="0">
              <a:buNone/>
              <a:defRPr sz="3360"/>
            </a:lvl5pPr>
            <a:lvl6pPr marL="3840251" indent="0">
              <a:buNone/>
              <a:defRPr sz="3360"/>
            </a:lvl6pPr>
            <a:lvl7pPr marL="4608302" indent="0">
              <a:buNone/>
              <a:defRPr sz="3360"/>
            </a:lvl7pPr>
            <a:lvl8pPr marL="5376352" indent="0">
              <a:buNone/>
              <a:defRPr sz="3360"/>
            </a:lvl8pPr>
            <a:lvl9pPr marL="6144402" indent="0">
              <a:buNone/>
              <a:defRPr sz="336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86960" y="3456146"/>
            <a:ext cx="7430802" cy="6402939"/>
          </a:xfrm>
        </p:spPr>
        <p:txBody>
          <a:bodyPr/>
          <a:lstStyle>
            <a:lvl1pPr marL="0" indent="0">
              <a:buNone/>
              <a:defRPr sz="2688"/>
            </a:lvl1pPr>
            <a:lvl2pPr marL="768050" indent="0">
              <a:buNone/>
              <a:defRPr sz="2352"/>
            </a:lvl2pPr>
            <a:lvl3pPr marL="1536101" indent="0">
              <a:buNone/>
              <a:defRPr sz="2016"/>
            </a:lvl3pPr>
            <a:lvl4pPr marL="2304151" indent="0">
              <a:buNone/>
              <a:defRPr sz="1680"/>
            </a:lvl4pPr>
            <a:lvl5pPr marL="3072201" indent="0">
              <a:buNone/>
              <a:defRPr sz="1680"/>
            </a:lvl5pPr>
            <a:lvl6pPr marL="3840251" indent="0">
              <a:buNone/>
              <a:defRPr sz="1680"/>
            </a:lvl6pPr>
            <a:lvl7pPr marL="4608302" indent="0">
              <a:buNone/>
              <a:defRPr sz="1680"/>
            </a:lvl7pPr>
            <a:lvl8pPr marL="5376352" indent="0">
              <a:buNone/>
              <a:defRPr sz="1680"/>
            </a:lvl8pPr>
            <a:lvl9pPr marL="6144402" indent="0">
              <a:buNone/>
              <a:defRPr sz="168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BF9560-8671-453D-AEEB-6496BE150E94}" type="datetimeFigureOut">
              <a:rPr lang="de-CH" smtClean="0"/>
              <a:t>02.06.2026</a:t>
            </a:fld>
            <a:endParaRPr lang="de-C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35B072-17BC-4816-B1CC-055E066047C9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1008975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BF9560-8671-453D-AEEB-6496BE150E94}" type="datetimeFigureOut">
              <a:rPr lang="de-CH" smtClean="0"/>
              <a:t>02.06.2026</a:t>
            </a:fld>
            <a:endParaRPr lang="de-C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35B072-17BC-4816-B1CC-055E066047C9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3086580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6487562" y="613359"/>
            <a:ext cx="4967868" cy="9763081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583958" y="613359"/>
            <a:ext cx="14615612" cy="9763081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BF9560-8671-453D-AEEB-6496BE150E94}" type="datetimeFigureOut">
              <a:rPr lang="de-CH" smtClean="0"/>
              <a:t>02.06.2026</a:t>
            </a:fld>
            <a:endParaRPr lang="de-C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35B072-17BC-4816-B1CC-055E066047C9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2367037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583958" y="613360"/>
            <a:ext cx="19871472" cy="22267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958" y="3066796"/>
            <a:ext cx="19871472" cy="73096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583958" y="10677787"/>
            <a:ext cx="5183862" cy="61335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016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8BF9560-8671-453D-AEEB-6496BE150E94}" type="datetimeFigureOut">
              <a:rPr lang="de-CH" smtClean="0"/>
              <a:t>02.06.2026</a:t>
            </a:fld>
            <a:endParaRPr lang="de-C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631798" y="10677787"/>
            <a:ext cx="7775793" cy="61335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016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C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6271568" y="10677787"/>
            <a:ext cx="5183862" cy="61335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16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935B072-17BC-4816-B1CC-055E066047C9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8686883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1536101" rtl="0" eaLnBrk="1" latinLnBrk="0" hangingPunct="1">
        <a:lnSpc>
          <a:spcPct val="90000"/>
        </a:lnSpc>
        <a:spcBef>
          <a:spcPct val="0"/>
        </a:spcBef>
        <a:buNone/>
        <a:defRPr sz="7392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84025" indent="-384025" algn="l" defTabSz="1536101" rtl="0" eaLnBrk="1" latinLnBrk="0" hangingPunct="1">
        <a:lnSpc>
          <a:spcPct val="90000"/>
        </a:lnSpc>
        <a:spcBef>
          <a:spcPts val="1680"/>
        </a:spcBef>
        <a:buFont typeface="Arial" panose="020B0604020202020204" pitchFamily="34" charset="0"/>
        <a:buChar char="•"/>
        <a:defRPr sz="4704" kern="1200">
          <a:solidFill>
            <a:schemeClr val="tx1"/>
          </a:solidFill>
          <a:latin typeface="+mn-lt"/>
          <a:ea typeface="+mn-ea"/>
          <a:cs typeface="+mn-cs"/>
        </a:defRPr>
      </a:lvl1pPr>
      <a:lvl2pPr marL="1152075" indent="-384025" algn="l" defTabSz="1536101" rtl="0" eaLnBrk="1" latinLnBrk="0" hangingPunct="1">
        <a:lnSpc>
          <a:spcPct val="90000"/>
        </a:lnSpc>
        <a:spcBef>
          <a:spcPts val="840"/>
        </a:spcBef>
        <a:buFont typeface="Arial" panose="020B0604020202020204" pitchFamily="34" charset="0"/>
        <a:buChar char="•"/>
        <a:defRPr sz="4032" kern="1200">
          <a:solidFill>
            <a:schemeClr val="tx1"/>
          </a:solidFill>
          <a:latin typeface="+mn-lt"/>
          <a:ea typeface="+mn-ea"/>
          <a:cs typeface="+mn-cs"/>
        </a:defRPr>
      </a:lvl2pPr>
      <a:lvl3pPr marL="1920126" indent="-384025" algn="l" defTabSz="1536101" rtl="0" eaLnBrk="1" latinLnBrk="0" hangingPunct="1">
        <a:lnSpc>
          <a:spcPct val="90000"/>
        </a:lnSpc>
        <a:spcBef>
          <a:spcPts val="840"/>
        </a:spcBef>
        <a:buFont typeface="Arial" panose="020B0604020202020204" pitchFamily="34" charset="0"/>
        <a:buChar char="•"/>
        <a:defRPr sz="3360" kern="1200">
          <a:solidFill>
            <a:schemeClr val="tx1"/>
          </a:solidFill>
          <a:latin typeface="+mn-lt"/>
          <a:ea typeface="+mn-ea"/>
          <a:cs typeface="+mn-cs"/>
        </a:defRPr>
      </a:lvl3pPr>
      <a:lvl4pPr marL="2688176" indent="-384025" algn="l" defTabSz="1536101" rtl="0" eaLnBrk="1" latinLnBrk="0" hangingPunct="1">
        <a:lnSpc>
          <a:spcPct val="90000"/>
        </a:lnSpc>
        <a:spcBef>
          <a:spcPts val="840"/>
        </a:spcBef>
        <a:buFont typeface="Arial" panose="020B0604020202020204" pitchFamily="34" charset="0"/>
        <a:buChar char="•"/>
        <a:defRPr sz="3024" kern="1200">
          <a:solidFill>
            <a:schemeClr val="tx1"/>
          </a:solidFill>
          <a:latin typeface="+mn-lt"/>
          <a:ea typeface="+mn-ea"/>
          <a:cs typeface="+mn-cs"/>
        </a:defRPr>
      </a:lvl4pPr>
      <a:lvl5pPr marL="3456226" indent="-384025" algn="l" defTabSz="1536101" rtl="0" eaLnBrk="1" latinLnBrk="0" hangingPunct="1">
        <a:lnSpc>
          <a:spcPct val="90000"/>
        </a:lnSpc>
        <a:spcBef>
          <a:spcPts val="840"/>
        </a:spcBef>
        <a:buFont typeface="Arial" panose="020B0604020202020204" pitchFamily="34" charset="0"/>
        <a:buChar char="•"/>
        <a:defRPr sz="3024" kern="1200">
          <a:solidFill>
            <a:schemeClr val="tx1"/>
          </a:solidFill>
          <a:latin typeface="+mn-lt"/>
          <a:ea typeface="+mn-ea"/>
          <a:cs typeface="+mn-cs"/>
        </a:defRPr>
      </a:lvl5pPr>
      <a:lvl6pPr marL="4224277" indent="-384025" algn="l" defTabSz="1536101" rtl="0" eaLnBrk="1" latinLnBrk="0" hangingPunct="1">
        <a:lnSpc>
          <a:spcPct val="90000"/>
        </a:lnSpc>
        <a:spcBef>
          <a:spcPts val="840"/>
        </a:spcBef>
        <a:buFont typeface="Arial" panose="020B0604020202020204" pitchFamily="34" charset="0"/>
        <a:buChar char="•"/>
        <a:defRPr sz="3024" kern="1200">
          <a:solidFill>
            <a:schemeClr val="tx1"/>
          </a:solidFill>
          <a:latin typeface="+mn-lt"/>
          <a:ea typeface="+mn-ea"/>
          <a:cs typeface="+mn-cs"/>
        </a:defRPr>
      </a:lvl6pPr>
      <a:lvl7pPr marL="4992327" indent="-384025" algn="l" defTabSz="1536101" rtl="0" eaLnBrk="1" latinLnBrk="0" hangingPunct="1">
        <a:lnSpc>
          <a:spcPct val="90000"/>
        </a:lnSpc>
        <a:spcBef>
          <a:spcPts val="840"/>
        </a:spcBef>
        <a:buFont typeface="Arial" panose="020B0604020202020204" pitchFamily="34" charset="0"/>
        <a:buChar char="•"/>
        <a:defRPr sz="3024" kern="1200">
          <a:solidFill>
            <a:schemeClr val="tx1"/>
          </a:solidFill>
          <a:latin typeface="+mn-lt"/>
          <a:ea typeface="+mn-ea"/>
          <a:cs typeface="+mn-cs"/>
        </a:defRPr>
      </a:lvl7pPr>
      <a:lvl8pPr marL="5760377" indent="-384025" algn="l" defTabSz="1536101" rtl="0" eaLnBrk="1" latinLnBrk="0" hangingPunct="1">
        <a:lnSpc>
          <a:spcPct val="90000"/>
        </a:lnSpc>
        <a:spcBef>
          <a:spcPts val="840"/>
        </a:spcBef>
        <a:buFont typeface="Arial" panose="020B0604020202020204" pitchFamily="34" charset="0"/>
        <a:buChar char="•"/>
        <a:defRPr sz="3024" kern="1200">
          <a:solidFill>
            <a:schemeClr val="tx1"/>
          </a:solidFill>
          <a:latin typeface="+mn-lt"/>
          <a:ea typeface="+mn-ea"/>
          <a:cs typeface="+mn-cs"/>
        </a:defRPr>
      </a:lvl8pPr>
      <a:lvl9pPr marL="6528427" indent="-384025" algn="l" defTabSz="1536101" rtl="0" eaLnBrk="1" latinLnBrk="0" hangingPunct="1">
        <a:lnSpc>
          <a:spcPct val="90000"/>
        </a:lnSpc>
        <a:spcBef>
          <a:spcPts val="840"/>
        </a:spcBef>
        <a:buFont typeface="Arial" panose="020B0604020202020204" pitchFamily="34" charset="0"/>
        <a:buChar char="•"/>
        <a:defRPr sz="302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536101" rtl="0" eaLnBrk="1" latinLnBrk="0" hangingPunct="1">
        <a:defRPr sz="3024" kern="1200">
          <a:solidFill>
            <a:schemeClr val="tx1"/>
          </a:solidFill>
          <a:latin typeface="+mn-lt"/>
          <a:ea typeface="+mn-ea"/>
          <a:cs typeface="+mn-cs"/>
        </a:defRPr>
      </a:lvl1pPr>
      <a:lvl2pPr marL="768050" algn="l" defTabSz="1536101" rtl="0" eaLnBrk="1" latinLnBrk="0" hangingPunct="1">
        <a:defRPr sz="3024" kern="1200">
          <a:solidFill>
            <a:schemeClr val="tx1"/>
          </a:solidFill>
          <a:latin typeface="+mn-lt"/>
          <a:ea typeface="+mn-ea"/>
          <a:cs typeface="+mn-cs"/>
        </a:defRPr>
      </a:lvl2pPr>
      <a:lvl3pPr marL="1536101" algn="l" defTabSz="1536101" rtl="0" eaLnBrk="1" latinLnBrk="0" hangingPunct="1">
        <a:defRPr sz="3024" kern="1200">
          <a:solidFill>
            <a:schemeClr val="tx1"/>
          </a:solidFill>
          <a:latin typeface="+mn-lt"/>
          <a:ea typeface="+mn-ea"/>
          <a:cs typeface="+mn-cs"/>
        </a:defRPr>
      </a:lvl3pPr>
      <a:lvl4pPr marL="2304151" algn="l" defTabSz="1536101" rtl="0" eaLnBrk="1" latinLnBrk="0" hangingPunct="1">
        <a:defRPr sz="3024" kern="1200">
          <a:solidFill>
            <a:schemeClr val="tx1"/>
          </a:solidFill>
          <a:latin typeface="+mn-lt"/>
          <a:ea typeface="+mn-ea"/>
          <a:cs typeface="+mn-cs"/>
        </a:defRPr>
      </a:lvl4pPr>
      <a:lvl5pPr marL="3072201" algn="l" defTabSz="1536101" rtl="0" eaLnBrk="1" latinLnBrk="0" hangingPunct="1">
        <a:defRPr sz="3024" kern="1200">
          <a:solidFill>
            <a:schemeClr val="tx1"/>
          </a:solidFill>
          <a:latin typeface="+mn-lt"/>
          <a:ea typeface="+mn-ea"/>
          <a:cs typeface="+mn-cs"/>
        </a:defRPr>
      </a:lvl5pPr>
      <a:lvl6pPr marL="3840251" algn="l" defTabSz="1536101" rtl="0" eaLnBrk="1" latinLnBrk="0" hangingPunct="1">
        <a:defRPr sz="3024" kern="1200">
          <a:solidFill>
            <a:schemeClr val="tx1"/>
          </a:solidFill>
          <a:latin typeface="+mn-lt"/>
          <a:ea typeface="+mn-ea"/>
          <a:cs typeface="+mn-cs"/>
        </a:defRPr>
      </a:lvl6pPr>
      <a:lvl7pPr marL="4608302" algn="l" defTabSz="1536101" rtl="0" eaLnBrk="1" latinLnBrk="0" hangingPunct="1">
        <a:defRPr sz="3024" kern="1200">
          <a:solidFill>
            <a:schemeClr val="tx1"/>
          </a:solidFill>
          <a:latin typeface="+mn-lt"/>
          <a:ea typeface="+mn-ea"/>
          <a:cs typeface="+mn-cs"/>
        </a:defRPr>
      </a:lvl7pPr>
      <a:lvl8pPr marL="5376352" algn="l" defTabSz="1536101" rtl="0" eaLnBrk="1" latinLnBrk="0" hangingPunct="1">
        <a:defRPr sz="3024" kern="1200">
          <a:solidFill>
            <a:schemeClr val="tx1"/>
          </a:solidFill>
          <a:latin typeface="+mn-lt"/>
          <a:ea typeface="+mn-ea"/>
          <a:cs typeface="+mn-cs"/>
        </a:defRPr>
      </a:lvl8pPr>
      <a:lvl9pPr marL="6144402" algn="l" defTabSz="1536101" rtl="0" eaLnBrk="1" latinLnBrk="0" hangingPunct="1">
        <a:defRPr sz="302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Untertitel 2">
            <a:extLst>
              <a:ext uri="{FF2B5EF4-FFF2-40B4-BE49-F238E27FC236}">
                <a16:creationId xmlns:a16="http://schemas.microsoft.com/office/drawing/2014/main" id="{AF0A7258-011E-42F5-0AE2-FACF8B97B30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de-CH" sz="5376" b="1" dirty="0"/>
              <a:t>4.- Fr.</a:t>
            </a:r>
          </a:p>
        </p:txBody>
      </p:sp>
      <p:pic>
        <p:nvPicPr>
          <p:cNvPr id="7" name="Grafik 6" descr="Bier mit einfarbiger Füllung">
            <a:extLst>
              <a:ext uri="{FF2B5EF4-FFF2-40B4-BE49-F238E27FC236}">
                <a16:creationId xmlns:a16="http://schemas.microsoft.com/office/drawing/2014/main" id="{7246A03F-7AB7-856F-EFAB-D4041003065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223162" y="5644646"/>
            <a:ext cx="1536065" cy="1536065"/>
          </a:xfrm>
          <a:prstGeom prst="rect">
            <a:avLst/>
          </a:prstGeom>
        </p:spPr>
      </p:pic>
      <p:sp>
        <p:nvSpPr>
          <p:cNvPr id="4" name="Titel 1">
            <a:extLst>
              <a:ext uri="{FF2B5EF4-FFF2-40B4-BE49-F238E27FC236}">
                <a16:creationId xmlns:a16="http://schemas.microsoft.com/office/drawing/2014/main" id="{ED13ED95-1D20-93B7-DA4F-A81EA6C78C29}"/>
              </a:ext>
            </a:extLst>
          </p:cNvPr>
          <p:cNvSpPr txBox="1">
            <a:spLocks/>
          </p:cNvSpPr>
          <p:nvPr/>
        </p:nvSpPr>
        <p:spPr>
          <a:xfrm>
            <a:off x="3086176" y="510638"/>
            <a:ext cx="17161328" cy="4073893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ctr" defTabSz="1536101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0079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CH" sz="13100"/>
              <a:t>DANKE FÜR DIE UNTERSTÜTZUNG</a:t>
            </a:r>
            <a:endParaRPr lang="de-CH" sz="7200" dirty="0"/>
          </a:p>
        </p:txBody>
      </p:sp>
    </p:spTree>
    <p:extLst>
      <p:ext uri="{BB962C8B-B14F-4D97-AF65-F5344CB8AC3E}">
        <p14:creationId xmlns:p14="http://schemas.microsoft.com/office/powerpoint/2010/main" val="36370143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436102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C33409-F679-693A-B223-4BD2BB6E8B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8DDFFD1-77B5-D83C-F7EC-C5377D0FF0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86176" y="510638"/>
            <a:ext cx="17161328" cy="4073893"/>
          </a:xfrm>
        </p:spPr>
        <p:txBody>
          <a:bodyPr anchor="t">
            <a:noAutofit/>
          </a:bodyPr>
          <a:lstStyle/>
          <a:p>
            <a:r>
              <a:rPr lang="de-CH" sz="13100" dirty="0"/>
              <a:t>DANKE FÜR DIE UNTERSTÜTZUNG</a:t>
            </a:r>
            <a:endParaRPr lang="de-CH" sz="7200" dirty="0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A68D77BB-1357-59BA-76D6-22551424AF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47694" y="4524413"/>
            <a:ext cx="8193345" cy="1484501"/>
          </a:xfrm>
        </p:spPr>
        <p:txBody>
          <a:bodyPr/>
          <a:lstStyle/>
          <a:p>
            <a:r>
              <a:rPr lang="de-CH" sz="4800" dirty="0"/>
              <a:t>Sponsoren</a:t>
            </a:r>
            <a:endParaRPr lang="de-CH" dirty="0"/>
          </a:p>
        </p:txBody>
      </p:sp>
      <p:pic>
        <p:nvPicPr>
          <p:cNvPr id="6" name="Picture 2" descr="Werbung Silhouette">
            <a:extLst>
              <a:ext uri="{FF2B5EF4-FFF2-40B4-BE49-F238E27FC236}">
                <a16:creationId xmlns:a16="http://schemas.microsoft.com/office/drawing/2014/main" id="{34168CD4-E900-0E85-2AAF-FF3F62B9C522}"/>
              </a:ext>
            </a:extLst>
          </p:cNvPr>
          <p:cNvPicPr>
            <a:picLocks noChangeAspect="1" noChangeArrowheads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 bwMode="auto">
          <a:xfrm>
            <a:off x="216296" y="4921875"/>
            <a:ext cx="6815945" cy="6815945"/>
          </a:xfrm>
          <a:prstGeom prst="rect">
            <a:avLst/>
          </a:prstGeom>
          <a:noFill/>
        </p:spPr>
      </p:pic>
      <p:sp>
        <p:nvSpPr>
          <p:cNvPr id="7" name="Textfeld 6">
            <a:extLst>
              <a:ext uri="{FF2B5EF4-FFF2-40B4-BE49-F238E27FC236}">
                <a16:creationId xmlns:a16="http://schemas.microsoft.com/office/drawing/2014/main" id="{C619B6BA-2E68-ABDC-9BB9-B880F49A14BD}"/>
              </a:ext>
            </a:extLst>
          </p:cNvPr>
          <p:cNvSpPr txBox="1"/>
          <p:nvPr/>
        </p:nvSpPr>
        <p:spPr>
          <a:xfrm>
            <a:off x="1094428" y="6304412"/>
            <a:ext cx="505968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CH" sz="5400" dirty="0">
                <a:ln w="0"/>
                <a:solidFill>
                  <a:schemeClr val="bg1">
                    <a:lumMod val="50000"/>
                  </a:schemeClr>
                </a:solidFill>
              </a:rPr>
              <a:t>HIER KÖNNTE IHRE WERBUNG STEHEN</a:t>
            </a:r>
          </a:p>
        </p:txBody>
      </p:sp>
      <p:pic>
        <p:nvPicPr>
          <p:cNvPr id="8" name="Picture 2" descr="Werbung Silhouette">
            <a:extLst>
              <a:ext uri="{FF2B5EF4-FFF2-40B4-BE49-F238E27FC236}">
                <a16:creationId xmlns:a16="http://schemas.microsoft.com/office/drawing/2014/main" id="{7217C7DA-8C66-8E17-4704-A06E408AEA47}"/>
              </a:ext>
            </a:extLst>
          </p:cNvPr>
          <p:cNvPicPr>
            <a:picLocks noChangeAspect="1" noChangeArrowheads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 bwMode="auto">
          <a:xfrm>
            <a:off x="7636393" y="4921877"/>
            <a:ext cx="6815945" cy="6815945"/>
          </a:xfrm>
          <a:prstGeom prst="rect">
            <a:avLst/>
          </a:prstGeom>
          <a:noFill/>
        </p:spPr>
      </p:pic>
      <p:pic>
        <p:nvPicPr>
          <p:cNvPr id="9" name="Picture 2" descr="Werbung Silhouette">
            <a:extLst>
              <a:ext uri="{FF2B5EF4-FFF2-40B4-BE49-F238E27FC236}">
                <a16:creationId xmlns:a16="http://schemas.microsoft.com/office/drawing/2014/main" id="{77BEECFB-F06A-297E-2109-2A99C7C680E1}"/>
              </a:ext>
            </a:extLst>
          </p:cNvPr>
          <p:cNvPicPr>
            <a:picLocks noChangeAspect="1" noChangeArrowheads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 bwMode="auto">
          <a:xfrm>
            <a:off x="15056492" y="4921876"/>
            <a:ext cx="6815945" cy="6815945"/>
          </a:xfrm>
          <a:prstGeom prst="rect">
            <a:avLst/>
          </a:prstGeom>
          <a:noFill/>
        </p:spPr>
      </p:pic>
      <p:sp>
        <p:nvSpPr>
          <p:cNvPr id="10" name="Textfeld 9">
            <a:extLst>
              <a:ext uri="{FF2B5EF4-FFF2-40B4-BE49-F238E27FC236}">
                <a16:creationId xmlns:a16="http://schemas.microsoft.com/office/drawing/2014/main" id="{CD587692-7647-93F7-CAA3-C5D0F1BB219A}"/>
              </a:ext>
            </a:extLst>
          </p:cNvPr>
          <p:cNvSpPr txBox="1"/>
          <p:nvPr/>
        </p:nvSpPr>
        <p:spPr>
          <a:xfrm>
            <a:off x="8514525" y="6346259"/>
            <a:ext cx="505968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CH" sz="5400" dirty="0">
                <a:ln w="0"/>
                <a:solidFill>
                  <a:schemeClr val="bg1">
                    <a:lumMod val="50000"/>
                  </a:schemeClr>
                </a:solidFill>
              </a:rPr>
              <a:t>HIER KÖNNTE IHRE WERBUNG STEHEN</a:t>
            </a: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9757C0D6-8880-BC87-6871-9FB2310D7269}"/>
              </a:ext>
            </a:extLst>
          </p:cNvPr>
          <p:cNvSpPr txBox="1"/>
          <p:nvPr/>
        </p:nvSpPr>
        <p:spPr>
          <a:xfrm>
            <a:off x="15934624" y="6304412"/>
            <a:ext cx="505968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CH" sz="5400" dirty="0">
                <a:ln w="0"/>
                <a:solidFill>
                  <a:schemeClr val="bg1">
                    <a:lumMod val="50000"/>
                  </a:schemeClr>
                </a:solidFill>
              </a:rPr>
              <a:t>HIER KÖNNTE IHRE WERBUNG STEHEN</a:t>
            </a:r>
          </a:p>
        </p:txBody>
      </p:sp>
    </p:spTree>
    <p:extLst>
      <p:ext uri="{BB962C8B-B14F-4D97-AF65-F5344CB8AC3E}">
        <p14:creationId xmlns:p14="http://schemas.microsoft.com/office/powerpoint/2010/main" val="17181388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865604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feld 2">
            <a:extLst>
              <a:ext uri="{FF2B5EF4-FFF2-40B4-BE49-F238E27FC236}">
                <a16:creationId xmlns:a16="http://schemas.microsoft.com/office/drawing/2014/main" id="{A5A2B25F-6A9F-EBA6-1DEB-56A6F4856C35}"/>
              </a:ext>
            </a:extLst>
          </p:cNvPr>
          <p:cNvSpPr txBox="1"/>
          <p:nvPr/>
        </p:nvSpPr>
        <p:spPr>
          <a:xfrm>
            <a:off x="3111594" y="2646812"/>
            <a:ext cx="16816200" cy="36317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CH" sz="11500" dirty="0">
                <a:ln w="0"/>
                <a:solidFill>
                  <a:schemeClr val="bg1">
                    <a:lumMod val="50000"/>
                  </a:schemeClr>
                </a:solidFill>
              </a:rPr>
              <a:t>HIER KÖNNTE IHRE WERBUNG STEHEN</a:t>
            </a:r>
          </a:p>
        </p:txBody>
      </p:sp>
    </p:spTree>
    <p:extLst>
      <p:ext uri="{BB962C8B-B14F-4D97-AF65-F5344CB8AC3E}">
        <p14:creationId xmlns:p14="http://schemas.microsoft.com/office/powerpoint/2010/main" val="30549404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33</Words>
  <Application>Microsoft Office PowerPoint</Application>
  <PresentationFormat>Benutzerdefiniert</PresentationFormat>
  <Paragraphs>8</Paragraphs>
  <Slides>5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</vt:lpstr>
      <vt:lpstr>PowerPoint-Präsentation</vt:lpstr>
      <vt:lpstr>PowerPoint-Präsentation</vt:lpstr>
      <vt:lpstr>DANKE FÜR DIE UNTERSTÜTZUNG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Paramalingam Paranithan</dc:creator>
  <cp:lastModifiedBy>Paranithan Paramalingam</cp:lastModifiedBy>
  <cp:revision>7</cp:revision>
  <dcterms:created xsi:type="dcterms:W3CDTF">2025-11-26T09:27:49Z</dcterms:created>
  <dcterms:modified xsi:type="dcterms:W3CDTF">2026-06-02T12:52:51Z</dcterms:modified>
</cp:coreProperties>
</file>