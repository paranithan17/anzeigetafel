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53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3B3AEF-F178-9CC1-BA7F-566D96031F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F571E89-07C7-6E6C-67B1-4C46D36E3F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2E16ECF-0F4E-1943-30AD-4448FE299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9560-8671-453D-AEEB-6496BE150E94}" type="datetimeFigureOut">
              <a:rPr lang="de-CH" smtClean="0"/>
              <a:t>26.11.2025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0D15C0C-DEC3-7BB7-7BA4-A5631E096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CB3D05-3BE6-C041-1E77-B6DCE607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5B072-17BC-4816-B1CC-055E066047C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23893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D6FDCB-1170-E842-4AD3-AC70BEB3B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0042FDD-2611-DBA2-B5E2-7AE601EE5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D6FED39-79B4-149E-A093-4B7D3E43C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9560-8671-453D-AEEB-6496BE150E94}" type="datetimeFigureOut">
              <a:rPr lang="de-CH" smtClean="0"/>
              <a:t>26.11.2025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3BEBE02-48C0-3C24-64D9-2779F6D7D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3AD5226-6DD4-90F9-8CFA-9E8F85086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5B072-17BC-4816-B1CC-055E066047C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30487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9B140A-4644-B841-C5B5-2A7EB8124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DAAF782-7F45-6B25-99D8-5F2E88B03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A57A514-10F4-E893-152B-CE1F62B94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9560-8671-453D-AEEB-6496BE150E94}" type="datetimeFigureOut">
              <a:rPr lang="de-CH" smtClean="0"/>
              <a:t>26.11.2025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2DF0C1A-3B69-E32C-B887-687B6B95E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8FB72F3-CBF4-7569-683E-FD6A7B00E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5B072-17BC-4816-B1CC-055E066047C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56374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BF59EF-5C3F-3FE3-4A73-1D4C1C698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7641055-D1AD-8A68-0811-410A785506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8CC7511-0787-1D05-47FD-4F201D5974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2E6C3FE-E5D5-9582-04C8-269AE205E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9560-8671-453D-AEEB-6496BE150E94}" type="datetimeFigureOut">
              <a:rPr lang="de-CH" smtClean="0"/>
              <a:t>26.11.2025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19E6605-C23E-7930-48CA-3402F6FFA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B2BAF1F-B0C7-3955-48CC-EA1F38C09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5B072-17BC-4816-B1CC-055E066047C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49639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32E2A7-4258-C9D1-290B-1D5E261F3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E1708BA-CA44-DA74-C653-A300268340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AFFC61E-D86D-F04B-6FFE-B0FF526E15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9437996-138D-77AC-F86A-D938A26A45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00FE1B8-52CB-9D2B-A9A2-4952072427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BB4DBB8-C30B-36AA-CD4C-F9E66A882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9560-8671-453D-AEEB-6496BE150E94}" type="datetimeFigureOut">
              <a:rPr lang="de-CH" smtClean="0"/>
              <a:t>26.11.2025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C0788A6-FC49-0F4F-146D-36CE092E7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3CD2F6B-AE76-AC0D-8D0D-ACDC65249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5B072-17BC-4816-B1CC-055E066047C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46182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DF3B2D-8862-958A-8F4F-2BD5B4AA6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7DB315E-6E4B-AC5B-EF21-F89EBA29F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9560-8671-453D-AEEB-6496BE150E94}" type="datetimeFigureOut">
              <a:rPr lang="de-CH" smtClean="0"/>
              <a:t>26.11.2025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BD75FAB-53AE-BFF9-15B3-8E92F64B0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9ABD53F-F514-1391-203D-80714B556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5B072-17BC-4816-B1CC-055E066047C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4191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113D021-014E-7250-E32D-F11BD19AA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9560-8671-453D-AEEB-6496BE150E94}" type="datetimeFigureOut">
              <a:rPr lang="de-CH" smtClean="0"/>
              <a:t>26.11.2025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25487D7-F6A5-940F-5FE5-7509FF348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BBCEF05-B651-623B-D3A6-B4CB2136F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5B072-17BC-4816-B1CC-055E066047C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57711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6AF00C-CB4B-0FC1-AA7A-6FBFA33A5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1B62902-BF00-2ED2-AFE3-C7274E6408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7083751-15C9-8092-94A4-3FA7277D5B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516660C-3C89-527F-A5D1-E4678BC95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9560-8671-453D-AEEB-6496BE150E94}" type="datetimeFigureOut">
              <a:rPr lang="de-CH" smtClean="0"/>
              <a:t>26.11.2025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CC83901-7A21-F356-0ACE-F63CB4A18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72601AB-92D9-61F1-626F-71BBD2C4A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5B072-17BC-4816-B1CC-055E066047C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88419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EDA440-A2A0-3933-1EC6-1071ADB68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2C8A479-5CED-B706-953B-1FCBF47D98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4CF92E8-45B2-3C60-C05E-E1652A44DE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35FD0EE-A41E-8B37-330E-C3BDFE047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9560-8671-453D-AEEB-6496BE150E94}" type="datetimeFigureOut">
              <a:rPr lang="de-CH" smtClean="0"/>
              <a:t>26.11.2025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4846CCA-93DB-60EA-B76F-C20D00E81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3431ACF-8E42-DD04-B05A-BC5BEF08E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5B072-17BC-4816-B1CC-055E066047C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07438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449E27-37B2-4228-3D72-21BE5147F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7649072-36DD-89B8-292F-4BFB413182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6D5AFA1-64E1-8E13-0860-E145E48EC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9560-8671-453D-AEEB-6496BE150E94}" type="datetimeFigureOut">
              <a:rPr lang="de-CH" smtClean="0"/>
              <a:t>26.11.2025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B2C20EF-B58F-37EC-4AE3-13A2B863B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236DC00-1E29-8361-AA4E-5CADADFF3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5B072-17BC-4816-B1CC-055E066047C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57433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8C9E215-A6FB-6AC2-F15A-C4F8CFF3DC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84F6B61-5C40-9D1B-E475-2B470AC81B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4F2CA66-666B-F6F7-9F28-60183AE16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9560-8671-453D-AEEB-6496BE150E94}" type="datetimeFigureOut">
              <a:rPr lang="de-CH" smtClean="0"/>
              <a:t>26.11.2025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73ADD53-A5DB-17B8-1B5E-D01867193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B404A45-EAD6-C713-2161-EEC0D6F8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5B072-17BC-4816-B1CC-055E066047C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71222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EBF5863-1D80-08DA-FD08-C9E0C3E88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A422A03-0EF5-FAA8-01A8-1BFFD79B76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0CB4ECB-20AA-769A-0AD8-9A3F860387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BF9560-8671-453D-AEEB-6496BE150E94}" type="datetimeFigureOut">
              <a:rPr lang="de-CH" smtClean="0"/>
              <a:t>26.11.2025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FEF48F4-DF02-7833-8987-8B2915928F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F5B37D6-CC4A-0C5B-8E5A-72933C3410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5B072-17BC-4816-B1CC-055E066047C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22917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AC92E2-6F98-132A-8AE9-DCE3FEAEE5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"/>
            <a:ext cx="9144000" cy="2120348"/>
          </a:xfrm>
        </p:spPr>
        <p:txBody>
          <a:bodyPr/>
          <a:lstStyle/>
          <a:p>
            <a:r>
              <a:rPr lang="de-CH" dirty="0"/>
              <a:t>Danke für die Unterstützung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F0A7258-011E-42F5-0AE2-FACF8B97B3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de-CH" sz="3200" b="1" dirty="0"/>
              <a:t>4.- Fr.</a:t>
            </a:r>
          </a:p>
        </p:txBody>
      </p:sp>
      <p:pic>
        <p:nvPicPr>
          <p:cNvPr id="7" name="Grafik 6" descr="Bier mit einfarbiger Füllung">
            <a:extLst>
              <a:ext uri="{FF2B5EF4-FFF2-40B4-BE49-F238E27FC236}">
                <a16:creationId xmlns:a16="http://schemas.microsoft.com/office/drawing/2014/main" id="{7246A03F-7AB7-856F-EFAB-D404100306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38329" y="336018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014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33409-F679-693A-B223-4BD2BB6E8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DDFFD1-77B5-D83C-F7EC-C5377D0FF0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"/>
            <a:ext cx="9144000" cy="2120348"/>
          </a:xfrm>
        </p:spPr>
        <p:txBody>
          <a:bodyPr/>
          <a:lstStyle/>
          <a:p>
            <a:r>
              <a:rPr lang="de-CH" dirty="0"/>
              <a:t>Danke für die Unterstützung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68D77BB-1357-59BA-76D6-22551424AF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CH" dirty="0"/>
              <a:t>Sponsoren</a:t>
            </a:r>
          </a:p>
        </p:txBody>
      </p:sp>
      <p:pic>
        <p:nvPicPr>
          <p:cNvPr id="1026" name="Picture 2" descr="Berner Fachhochschule BFH | Bring Your ...">
            <a:extLst>
              <a:ext uri="{FF2B5EF4-FFF2-40B4-BE49-F238E27FC236}">
                <a16:creationId xmlns:a16="http://schemas.microsoft.com/office/drawing/2014/main" id="{EB382F1C-93FD-77F0-34D7-5B431720FB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775" y="4629150"/>
            <a:ext cx="3629025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Feldschlösschen Getränke – Wikipedia">
            <a:extLst>
              <a:ext uri="{FF2B5EF4-FFF2-40B4-BE49-F238E27FC236}">
                <a16:creationId xmlns:a16="http://schemas.microsoft.com/office/drawing/2014/main" id="{766DA4F7-A246-0CDA-64E3-7A29BFC5BF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5825" y="4629150"/>
            <a:ext cx="2819400" cy="161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46224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</Words>
  <Application>Microsoft Office PowerPoint</Application>
  <PresentationFormat>Breitbild</PresentationFormat>
  <Paragraphs>4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</vt:lpstr>
      <vt:lpstr>Danke für die Unterstützung</vt:lpstr>
      <vt:lpstr>Danke für die Unterstützung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Paramalingam Paranithan</dc:creator>
  <cp:lastModifiedBy>Paramalingam Paranithan</cp:lastModifiedBy>
  <cp:revision>5</cp:revision>
  <dcterms:created xsi:type="dcterms:W3CDTF">2025-11-26T09:27:49Z</dcterms:created>
  <dcterms:modified xsi:type="dcterms:W3CDTF">2025-11-26T09:39:18Z</dcterms:modified>
</cp:coreProperties>
</file>