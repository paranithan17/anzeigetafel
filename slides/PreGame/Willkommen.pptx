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23039388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44" d="100"/>
          <a:sy n="44" d="100"/>
        </p:scale>
        <p:origin x="4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9924" y="1885414"/>
            <a:ext cx="17279541" cy="4010837"/>
          </a:xfrm>
        </p:spPr>
        <p:txBody>
          <a:bodyPr anchor="b"/>
          <a:lstStyle>
            <a:lvl1pPr algn="ctr">
              <a:defRPr sz="10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6050924"/>
            <a:ext cx="17279541" cy="2781450"/>
          </a:xfrm>
        </p:spPr>
        <p:txBody>
          <a:bodyPr/>
          <a:lstStyle>
            <a:lvl1pPr marL="0" indent="0" algn="ctr">
              <a:buNone/>
              <a:defRPr sz="4032"/>
            </a:lvl1pPr>
            <a:lvl2pPr marL="768050" indent="0" algn="ctr">
              <a:buNone/>
              <a:defRPr sz="3360"/>
            </a:lvl2pPr>
            <a:lvl3pPr marL="1536101" indent="0" algn="ctr">
              <a:buNone/>
              <a:defRPr sz="3024"/>
            </a:lvl3pPr>
            <a:lvl4pPr marL="2304151" indent="0" algn="ctr">
              <a:buNone/>
              <a:defRPr sz="2688"/>
            </a:lvl4pPr>
            <a:lvl5pPr marL="3072201" indent="0" algn="ctr">
              <a:buNone/>
              <a:defRPr sz="2688"/>
            </a:lvl5pPr>
            <a:lvl6pPr marL="3840251" indent="0" algn="ctr">
              <a:buNone/>
              <a:defRPr sz="2688"/>
            </a:lvl6pPr>
            <a:lvl7pPr marL="4608302" indent="0" algn="ctr">
              <a:buNone/>
              <a:defRPr sz="2688"/>
            </a:lvl7pPr>
            <a:lvl8pPr marL="5376352" indent="0" algn="ctr">
              <a:buNone/>
              <a:defRPr sz="2688"/>
            </a:lvl8pPr>
            <a:lvl9pPr marL="6144402" indent="0" algn="ctr">
              <a:buNone/>
              <a:defRPr sz="26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468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393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58" y="2872123"/>
            <a:ext cx="19871472" cy="4792202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58" y="7709662"/>
            <a:ext cx="19871472" cy="2520106"/>
          </a:xfrm>
        </p:spPr>
        <p:txBody>
          <a:bodyPr/>
          <a:lstStyle>
            <a:lvl1pPr marL="0" indent="0">
              <a:buNone/>
              <a:defRPr sz="4032">
                <a:solidFill>
                  <a:schemeClr val="tx1">
                    <a:tint val="82000"/>
                  </a:schemeClr>
                </a:solidFill>
              </a:defRPr>
            </a:lvl1pPr>
            <a:lvl2pPr marL="76805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2pPr>
            <a:lvl3pPr marL="1536101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3pPr>
            <a:lvl4pPr marL="230415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4pPr>
            <a:lvl5pPr marL="307220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5pPr>
            <a:lvl6pPr marL="384025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6pPr>
            <a:lvl7pPr marL="460830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7pPr>
            <a:lvl8pPr marL="537635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8pPr>
            <a:lvl9pPr marL="614440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5798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3066796"/>
            <a:ext cx="979174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3066796"/>
            <a:ext cx="979174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625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613360"/>
            <a:ext cx="19871472" cy="222676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0" y="2824120"/>
            <a:ext cx="9746740" cy="1384058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50" indent="0">
              <a:buNone/>
              <a:defRPr sz="3360" b="1"/>
            </a:lvl2pPr>
            <a:lvl3pPr marL="1536101" indent="0">
              <a:buNone/>
              <a:defRPr sz="3024" b="1"/>
            </a:lvl3pPr>
            <a:lvl4pPr marL="2304151" indent="0">
              <a:buNone/>
              <a:defRPr sz="2688" b="1"/>
            </a:lvl4pPr>
            <a:lvl5pPr marL="3072201" indent="0">
              <a:buNone/>
              <a:defRPr sz="2688" b="1"/>
            </a:lvl5pPr>
            <a:lvl6pPr marL="3840251" indent="0">
              <a:buNone/>
              <a:defRPr sz="2688" b="1"/>
            </a:lvl6pPr>
            <a:lvl7pPr marL="4608302" indent="0">
              <a:buNone/>
              <a:defRPr sz="2688" b="1"/>
            </a:lvl7pPr>
            <a:lvl8pPr marL="5376352" indent="0">
              <a:buNone/>
              <a:defRPr sz="2688" b="1"/>
            </a:lvl8pPr>
            <a:lvl9pPr marL="6144402" indent="0">
              <a:buNone/>
              <a:defRPr sz="26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0" y="4208178"/>
            <a:ext cx="9746740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0" y="2824120"/>
            <a:ext cx="9794741" cy="1384058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50" indent="0">
              <a:buNone/>
              <a:defRPr sz="3360" b="1"/>
            </a:lvl2pPr>
            <a:lvl3pPr marL="1536101" indent="0">
              <a:buNone/>
              <a:defRPr sz="3024" b="1"/>
            </a:lvl3pPr>
            <a:lvl4pPr marL="2304151" indent="0">
              <a:buNone/>
              <a:defRPr sz="2688" b="1"/>
            </a:lvl4pPr>
            <a:lvl5pPr marL="3072201" indent="0">
              <a:buNone/>
              <a:defRPr sz="2688" b="1"/>
            </a:lvl5pPr>
            <a:lvl6pPr marL="3840251" indent="0">
              <a:buNone/>
              <a:defRPr sz="2688" b="1"/>
            </a:lvl6pPr>
            <a:lvl7pPr marL="4608302" indent="0">
              <a:buNone/>
              <a:defRPr sz="2688" b="1"/>
            </a:lvl7pPr>
            <a:lvl8pPr marL="5376352" indent="0">
              <a:buNone/>
              <a:defRPr sz="2688" b="1"/>
            </a:lvl8pPr>
            <a:lvl9pPr marL="6144402" indent="0">
              <a:buNone/>
              <a:defRPr sz="26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0" y="4208178"/>
            <a:ext cx="9794741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7916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4555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870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768032"/>
            <a:ext cx="7430802" cy="2688114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1658738"/>
            <a:ext cx="11663690" cy="8187013"/>
          </a:xfrm>
        </p:spPr>
        <p:txBody>
          <a:bodyPr/>
          <a:lstStyle>
            <a:lvl1pPr>
              <a:defRPr sz="5376"/>
            </a:lvl1pPr>
            <a:lvl2pPr>
              <a:defRPr sz="4704"/>
            </a:lvl2pPr>
            <a:lvl3pPr>
              <a:defRPr sz="4032"/>
            </a:lvl3pPr>
            <a:lvl4pPr>
              <a:defRPr sz="3360"/>
            </a:lvl4pPr>
            <a:lvl5pPr>
              <a:defRPr sz="3360"/>
            </a:lvl5pPr>
            <a:lvl6pPr>
              <a:defRPr sz="3360"/>
            </a:lvl6pPr>
            <a:lvl7pPr>
              <a:defRPr sz="3360"/>
            </a:lvl7pPr>
            <a:lvl8pPr>
              <a:defRPr sz="3360"/>
            </a:lvl8pPr>
            <a:lvl9pPr>
              <a:defRPr sz="33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456146"/>
            <a:ext cx="7430802" cy="6402939"/>
          </a:xfrm>
        </p:spPr>
        <p:txBody>
          <a:bodyPr/>
          <a:lstStyle>
            <a:lvl1pPr marL="0" indent="0">
              <a:buNone/>
              <a:defRPr sz="2688"/>
            </a:lvl1pPr>
            <a:lvl2pPr marL="768050" indent="0">
              <a:buNone/>
              <a:defRPr sz="2352"/>
            </a:lvl2pPr>
            <a:lvl3pPr marL="1536101" indent="0">
              <a:buNone/>
              <a:defRPr sz="2016"/>
            </a:lvl3pPr>
            <a:lvl4pPr marL="2304151" indent="0">
              <a:buNone/>
              <a:defRPr sz="1680"/>
            </a:lvl4pPr>
            <a:lvl5pPr marL="3072201" indent="0">
              <a:buNone/>
              <a:defRPr sz="1680"/>
            </a:lvl5pPr>
            <a:lvl6pPr marL="3840251" indent="0">
              <a:buNone/>
              <a:defRPr sz="1680"/>
            </a:lvl6pPr>
            <a:lvl7pPr marL="4608302" indent="0">
              <a:buNone/>
              <a:defRPr sz="1680"/>
            </a:lvl7pPr>
            <a:lvl8pPr marL="5376352" indent="0">
              <a:buNone/>
              <a:defRPr sz="1680"/>
            </a:lvl8pPr>
            <a:lvl9pPr marL="6144402" indent="0">
              <a:buNone/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282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768032"/>
            <a:ext cx="7430802" cy="2688114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1658738"/>
            <a:ext cx="11663690" cy="8187013"/>
          </a:xfrm>
        </p:spPr>
        <p:txBody>
          <a:bodyPr anchor="t"/>
          <a:lstStyle>
            <a:lvl1pPr marL="0" indent="0">
              <a:buNone/>
              <a:defRPr sz="5376"/>
            </a:lvl1pPr>
            <a:lvl2pPr marL="768050" indent="0">
              <a:buNone/>
              <a:defRPr sz="4704"/>
            </a:lvl2pPr>
            <a:lvl3pPr marL="1536101" indent="0">
              <a:buNone/>
              <a:defRPr sz="4032"/>
            </a:lvl3pPr>
            <a:lvl4pPr marL="2304151" indent="0">
              <a:buNone/>
              <a:defRPr sz="3360"/>
            </a:lvl4pPr>
            <a:lvl5pPr marL="3072201" indent="0">
              <a:buNone/>
              <a:defRPr sz="3360"/>
            </a:lvl5pPr>
            <a:lvl6pPr marL="3840251" indent="0">
              <a:buNone/>
              <a:defRPr sz="3360"/>
            </a:lvl6pPr>
            <a:lvl7pPr marL="4608302" indent="0">
              <a:buNone/>
              <a:defRPr sz="3360"/>
            </a:lvl7pPr>
            <a:lvl8pPr marL="5376352" indent="0">
              <a:buNone/>
              <a:defRPr sz="3360"/>
            </a:lvl8pPr>
            <a:lvl9pPr marL="6144402" indent="0">
              <a:buNone/>
              <a:defRPr sz="336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456146"/>
            <a:ext cx="7430802" cy="6402939"/>
          </a:xfrm>
        </p:spPr>
        <p:txBody>
          <a:bodyPr/>
          <a:lstStyle>
            <a:lvl1pPr marL="0" indent="0">
              <a:buNone/>
              <a:defRPr sz="2688"/>
            </a:lvl1pPr>
            <a:lvl2pPr marL="768050" indent="0">
              <a:buNone/>
              <a:defRPr sz="2352"/>
            </a:lvl2pPr>
            <a:lvl3pPr marL="1536101" indent="0">
              <a:buNone/>
              <a:defRPr sz="2016"/>
            </a:lvl3pPr>
            <a:lvl4pPr marL="2304151" indent="0">
              <a:buNone/>
              <a:defRPr sz="1680"/>
            </a:lvl4pPr>
            <a:lvl5pPr marL="3072201" indent="0">
              <a:buNone/>
              <a:defRPr sz="1680"/>
            </a:lvl5pPr>
            <a:lvl6pPr marL="3840251" indent="0">
              <a:buNone/>
              <a:defRPr sz="1680"/>
            </a:lvl6pPr>
            <a:lvl7pPr marL="4608302" indent="0">
              <a:buNone/>
              <a:defRPr sz="1680"/>
            </a:lvl7pPr>
            <a:lvl8pPr marL="5376352" indent="0">
              <a:buNone/>
              <a:defRPr sz="1680"/>
            </a:lvl8pPr>
            <a:lvl9pPr marL="6144402" indent="0">
              <a:buNone/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255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349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2" y="613359"/>
            <a:ext cx="4967868" cy="976308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8" y="613359"/>
            <a:ext cx="14615612" cy="976308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64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613360"/>
            <a:ext cx="19871472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3066796"/>
            <a:ext cx="19871472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10677787"/>
            <a:ext cx="518386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10677787"/>
            <a:ext cx="7775793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10677787"/>
            <a:ext cx="518386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36101" rtl="0" eaLnBrk="1" latinLnBrk="0" hangingPunct="1">
        <a:lnSpc>
          <a:spcPct val="90000"/>
        </a:lnSpc>
        <a:spcBef>
          <a:spcPct val="0"/>
        </a:spcBef>
        <a:buNone/>
        <a:defRPr sz="7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025" indent="-384025" algn="l" defTabSz="1536101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4704" kern="1200">
          <a:solidFill>
            <a:schemeClr val="tx1"/>
          </a:solidFill>
          <a:latin typeface="+mn-lt"/>
          <a:ea typeface="+mn-ea"/>
          <a:cs typeface="+mn-cs"/>
        </a:defRPr>
      </a:lvl1pPr>
      <a:lvl2pPr marL="1152075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4032" kern="1200">
          <a:solidFill>
            <a:schemeClr val="tx1"/>
          </a:solidFill>
          <a:latin typeface="+mn-lt"/>
          <a:ea typeface="+mn-ea"/>
          <a:cs typeface="+mn-cs"/>
        </a:defRPr>
      </a:lvl2pPr>
      <a:lvl3pPr marL="192012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68817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45622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422427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99232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76037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52842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68050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53610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30415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07220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384025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60830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37635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14440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de/photo/1410975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F0A7258-011E-42F5-0AE2-FACF8B97B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7069" y="4369519"/>
            <a:ext cx="17279541" cy="2781450"/>
          </a:xfrm>
        </p:spPr>
        <p:txBody>
          <a:bodyPr anchor="ctr">
            <a:normAutofit/>
          </a:bodyPr>
          <a:lstStyle/>
          <a:p>
            <a:r>
              <a:rPr lang="de-CH" sz="8800" b="1" dirty="0"/>
              <a:t>  Anpfiff: 15:30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3B735CD-9965-F21B-6808-E1D18440E41A}"/>
              </a:ext>
            </a:extLst>
          </p:cNvPr>
          <p:cNvSpPr txBox="1">
            <a:spLocks/>
          </p:cNvSpPr>
          <p:nvPr/>
        </p:nvSpPr>
        <p:spPr>
          <a:xfrm>
            <a:off x="3086176" y="510638"/>
            <a:ext cx="17161328" cy="40738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53610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7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13100"/>
              <a:t>Herzlich Willkommen</a:t>
            </a:r>
            <a:endParaRPr lang="de-CH" sz="7200" dirty="0"/>
          </a:p>
        </p:txBody>
      </p:sp>
      <p:pic>
        <p:nvPicPr>
          <p:cNvPr id="8" name="Grafik 7" descr="Pfiff mit einfarbiger Füllung">
            <a:extLst>
              <a:ext uri="{FF2B5EF4-FFF2-40B4-BE49-F238E27FC236}">
                <a16:creationId xmlns:a16="http://schemas.microsoft.com/office/drawing/2014/main" id="{B4A03DB3-8709-1631-5621-89A12F5DE9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2964" y="3238972"/>
            <a:ext cx="4053333" cy="405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1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61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3409-F679-693A-B223-4BD2BB6E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DFFD1-77B5-D83C-F7EC-C5377D0FF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6176" y="510638"/>
            <a:ext cx="17161328" cy="4073893"/>
          </a:xfrm>
        </p:spPr>
        <p:txBody>
          <a:bodyPr anchor="t">
            <a:noAutofit/>
          </a:bodyPr>
          <a:lstStyle/>
          <a:p>
            <a:r>
              <a:rPr lang="de-CH" sz="13100" dirty="0"/>
              <a:t>Herzlich Willkommen</a:t>
            </a:r>
            <a:endParaRPr lang="de-CH" sz="72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8D77BB-1357-59BA-76D6-22551424A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7694" y="4524413"/>
            <a:ext cx="8193345" cy="1484501"/>
          </a:xfrm>
        </p:spPr>
        <p:txBody>
          <a:bodyPr/>
          <a:lstStyle/>
          <a:p>
            <a:r>
              <a:rPr lang="de-CH" sz="4800" dirty="0"/>
              <a:t>Sponsoren</a:t>
            </a:r>
            <a:endParaRPr lang="de-CH" dirty="0"/>
          </a:p>
        </p:txBody>
      </p:sp>
      <p:pic>
        <p:nvPicPr>
          <p:cNvPr id="6" name="Picture 2" descr="Werbung Silhouette">
            <a:extLst>
              <a:ext uri="{FF2B5EF4-FFF2-40B4-BE49-F238E27FC236}">
                <a16:creationId xmlns:a16="http://schemas.microsoft.com/office/drawing/2014/main" id="{34168CD4-E900-0E85-2AAF-FF3F62B9C52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216296" y="4921875"/>
            <a:ext cx="6815945" cy="6815945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619B6BA-2E68-ABDC-9BB9-B880F49A14BD}"/>
              </a:ext>
            </a:extLst>
          </p:cNvPr>
          <p:cNvSpPr txBox="1"/>
          <p:nvPr/>
        </p:nvSpPr>
        <p:spPr>
          <a:xfrm>
            <a:off x="1094428" y="6304412"/>
            <a:ext cx="5059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54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  <p:pic>
        <p:nvPicPr>
          <p:cNvPr id="8" name="Picture 2" descr="Werbung Silhouette">
            <a:extLst>
              <a:ext uri="{FF2B5EF4-FFF2-40B4-BE49-F238E27FC236}">
                <a16:creationId xmlns:a16="http://schemas.microsoft.com/office/drawing/2014/main" id="{7217C7DA-8C66-8E17-4704-A06E408AEA4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7636393" y="4921877"/>
            <a:ext cx="6815945" cy="6815945"/>
          </a:xfrm>
          <a:prstGeom prst="rect">
            <a:avLst/>
          </a:prstGeom>
          <a:noFill/>
        </p:spPr>
      </p:pic>
      <p:pic>
        <p:nvPicPr>
          <p:cNvPr id="9" name="Picture 2" descr="Werbung Silhouette">
            <a:extLst>
              <a:ext uri="{FF2B5EF4-FFF2-40B4-BE49-F238E27FC236}">
                <a16:creationId xmlns:a16="http://schemas.microsoft.com/office/drawing/2014/main" id="{77BEECFB-F06A-297E-2109-2A99C7C680E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15056492" y="4921876"/>
            <a:ext cx="6815945" cy="6815945"/>
          </a:xfrm>
          <a:prstGeom prst="rect">
            <a:avLst/>
          </a:prstGeom>
          <a:noFill/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D587692-7647-93F7-CAA3-C5D0F1BB219A}"/>
              </a:ext>
            </a:extLst>
          </p:cNvPr>
          <p:cNvSpPr txBox="1"/>
          <p:nvPr/>
        </p:nvSpPr>
        <p:spPr>
          <a:xfrm>
            <a:off x="8514525" y="6346259"/>
            <a:ext cx="5059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54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57C0D6-8880-BC87-6871-9FB2310D7269}"/>
              </a:ext>
            </a:extLst>
          </p:cNvPr>
          <p:cNvSpPr txBox="1"/>
          <p:nvPr/>
        </p:nvSpPr>
        <p:spPr>
          <a:xfrm>
            <a:off x="15934624" y="6304412"/>
            <a:ext cx="5059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54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</p:spTree>
    <p:extLst>
      <p:ext uri="{BB962C8B-B14F-4D97-AF65-F5344CB8AC3E}">
        <p14:creationId xmlns:p14="http://schemas.microsoft.com/office/powerpoint/2010/main" val="178462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Sport, Gras, Person, Sportspiele enthält.&#10;&#10;KI-generierte Inhalte können fehlerhaft sein.">
            <a:extLst>
              <a:ext uri="{FF2B5EF4-FFF2-40B4-BE49-F238E27FC236}">
                <a16:creationId xmlns:a16="http://schemas.microsoft.com/office/drawing/2014/main" id="{1C65331B-4D50-8B6E-0A8C-2861B9C20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30" b="14816"/>
          <a:stretch>
            <a:fillRect/>
          </a:stretch>
        </p:blipFill>
        <p:spPr>
          <a:xfrm>
            <a:off x="0" y="0"/>
            <a:ext cx="23039388" cy="1156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5A2B25F-6A9F-EBA6-1DEB-56A6F4856C35}"/>
              </a:ext>
            </a:extLst>
          </p:cNvPr>
          <p:cNvSpPr txBox="1"/>
          <p:nvPr/>
        </p:nvSpPr>
        <p:spPr>
          <a:xfrm>
            <a:off x="3111594" y="2646812"/>
            <a:ext cx="168162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5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</p:spTree>
    <p:extLst>
      <p:ext uri="{BB962C8B-B14F-4D97-AF65-F5344CB8AC3E}">
        <p14:creationId xmlns:p14="http://schemas.microsoft.com/office/powerpoint/2010/main" val="305494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</Words>
  <Application>Microsoft Office PowerPoint</Application>
  <PresentationFormat>Benutzerdefiniert</PresentationFormat>
  <Paragraphs>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Herzlich Willkommen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Paramalingam Paranithan</dc:creator>
  <cp:lastModifiedBy>Paranithan Paramalingam</cp:lastModifiedBy>
  <cp:revision>6</cp:revision>
  <dcterms:created xsi:type="dcterms:W3CDTF">2025-11-26T09:27:49Z</dcterms:created>
  <dcterms:modified xsi:type="dcterms:W3CDTF">2026-06-02T12:50:10Z</dcterms:modified>
</cp:coreProperties>
</file>