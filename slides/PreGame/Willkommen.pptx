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23039388" cy="115204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>
        <p:scale>
          <a:sx n="39" d="100"/>
          <a:sy n="39" d="100"/>
        </p:scale>
        <p:origin x="248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879924" y="1885414"/>
            <a:ext cx="17279541" cy="4010837"/>
          </a:xfrm>
        </p:spPr>
        <p:txBody>
          <a:bodyPr anchor="b"/>
          <a:lstStyle>
            <a:lvl1pPr algn="ctr">
              <a:defRPr sz="1007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879924" y="6050924"/>
            <a:ext cx="17279541" cy="2781450"/>
          </a:xfrm>
        </p:spPr>
        <p:txBody>
          <a:bodyPr/>
          <a:lstStyle>
            <a:lvl1pPr marL="0" indent="0" algn="ctr">
              <a:buNone/>
              <a:defRPr sz="4032"/>
            </a:lvl1pPr>
            <a:lvl2pPr marL="768050" indent="0" algn="ctr">
              <a:buNone/>
              <a:defRPr sz="3360"/>
            </a:lvl2pPr>
            <a:lvl3pPr marL="1536101" indent="0" algn="ctr">
              <a:buNone/>
              <a:defRPr sz="3024"/>
            </a:lvl3pPr>
            <a:lvl4pPr marL="2304151" indent="0" algn="ctr">
              <a:buNone/>
              <a:defRPr sz="2688"/>
            </a:lvl4pPr>
            <a:lvl5pPr marL="3072201" indent="0" algn="ctr">
              <a:buNone/>
              <a:defRPr sz="2688"/>
            </a:lvl5pPr>
            <a:lvl6pPr marL="3840251" indent="0" algn="ctr">
              <a:buNone/>
              <a:defRPr sz="2688"/>
            </a:lvl6pPr>
            <a:lvl7pPr marL="4608302" indent="0" algn="ctr">
              <a:buNone/>
              <a:defRPr sz="2688"/>
            </a:lvl7pPr>
            <a:lvl8pPr marL="5376352" indent="0" algn="ctr">
              <a:buNone/>
              <a:defRPr sz="2688"/>
            </a:lvl8pPr>
            <a:lvl9pPr marL="6144402" indent="0" algn="ctr">
              <a:buNone/>
              <a:defRPr sz="2688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346819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3935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1958" y="2872123"/>
            <a:ext cx="19871472" cy="4792202"/>
          </a:xfrm>
        </p:spPr>
        <p:txBody>
          <a:bodyPr anchor="b"/>
          <a:lstStyle>
            <a:lvl1pPr>
              <a:defRPr sz="1007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71958" y="7709662"/>
            <a:ext cx="19871472" cy="2520106"/>
          </a:xfrm>
        </p:spPr>
        <p:txBody>
          <a:bodyPr/>
          <a:lstStyle>
            <a:lvl1pPr marL="0" indent="0">
              <a:buNone/>
              <a:defRPr sz="4032">
                <a:solidFill>
                  <a:schemeClr val="tx1">
                    <a:tint val="82000"/>
                  </a:schemeClr>
                </a:solidFill>
              </a:defRPr>
            </a:lvl1pPr>
            <a:lvl2pPr marL="76805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2pPr>
            <a:lvl3pPr marL="1536101" indent="0">
              <a:buNone/>
              <a:defRPr sz="3024">
                <a:solidFill>
                  <a:schemeClr val="tx1">
                    <a:tint val="82000"/>
                  </a:schemeClr>
                </a:solidFill>
              </a:defRPr>
            </a:lvl3pPr>
            <a:lvl4pPr marL="2304151" indent="0">
              <a:buNone/>
              <a:defRPr sz="2688">
                <a:solidFill>
                  <a:schemeClr val="tx1">
                    <a:tint val="82000"/>
                  </a:schemeClr>
                </a:solidFill>
              </a:defRPr>
            </a:lvl4pPr>
            <a:lvl5pPr marL="3072201" indent="0">
              <a:buNone/>
              <a:defRPr sz="2688">
                <a:solidFill>
                  <a:schemeClr val="tx1">
                    <a:tint val="82000"/>
                  </a:schemeClr>
                </a:solidFill>
              </a:defRPr>
            </a:lvl5pPr>
            <a:lvl6pPr marL="3840251" indent="0">
              <a:buNone/>
              <a:defRPr sz="2688">
                <a:solidFill>
                  <a:schemeClr val="tx1">
                    <a:tint val="82000"/>
                  </a:schemeClr>
                </a:solidFill>
              </a:defRPr>
            </a:lvl6pPr>
            <a:lvl7pPr marL="4608302" indent="0">
              <a:buNone/>
              <a:defRPr sz="2688">
                <a:solidFill>
                  <a:schemeClr val="tx1">
                    <a:tint val="82000"/>
                  </a:schemeClr>
                </a:solidFill>
              </a:defRPr>
            </a:lvl7pPr>
            <a:lvl8pPr marL="5376352" indent="0">
              <a:buNone/>
              <a:defRPr sz="2688">
                <a:solidFill>
                  <a:schemeClr val="tx1">
                    <a:tint val="82000"/>
                  </a:schemeClr>
                </a:solidFill>
              </a:defRPr>
            </a:lvl8pPr>
            <a:lvl9pPr marL="6144402" indent="0">
              <a:buNone/>
              <a:defRPr sz="268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57984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3958" y="3066796"/>
            <a:ext cx="9791740" cy="730964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663690" y="3066796"/>
            <a:ext cx="9791740" cy="730964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36259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6959" y="613360"/>
            <a:ext cx="19871472" cy="222676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6960" y="2824120"/>
            <a:ext cx="9746740" cy="1384058"/>
          </a:xfrm>
        </p:spPr>
        <p:txBody>
          <a:bodyPr anchor="b"/>
          <a:lstStyle>
            <a:lvl1pPr marL="0" indent="0">
              <a:buNone/>
              <a:defRPr sz="4032" b="1"/>
            </a:lvl1pPr>
            <a:lvl2pPr marL="768050" indent="0">
              <a:buNone/>
              <a:defRPr sz="3360" b="1"/>
            </a:lvl2pPr>
            <a:lvl3pPr marL="1536101" indent="0">
              <a:buNone/>
              <a:defRPr sz="3024" b="1"/>
            </a:lvl3pPr>
            <a:lvl4pPr marL="2304151" indent="0">
              <a:buNone/>
              <a:defRPr sz="2688" b="1"/>
            </a:lvl4pPr>
            <a:lvl5pPr marL="3072201" indent="0">
              <a:buNone/>
              <a:defRPr sz="2688" b="1"/>
            </a:lvl5pPr>
            <a:lvl6pPr marL="3840251" indent="0">
              <a:buNone/>
              <a:defRPr sz="2688" b="1"/>
            </a:lvl6pPr>
            <a:lvl7pPr marL="4608302" indent="0">
              <a:buNone/>
              <a:defRPr sz="2688" b="1"/>
            </a:lvl7pPr>
            <a:lvl8pPr marL="5376352" indent="0">
              <a:buNone/>
              <a:defRPr sz="2688" b="1"/>
            </a:lvl8pPr>
            <a:lvl9pPr marL="6144402" indent="0">
              <a:buNone/>
              <a:defRPr sz="2688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6960" y="4208178"/>
            <a:ext cx="9746740" cy="618959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663690" y="2824120"/>
            <a:ext cx="9794741" cy="1384058"/>
          </a:xfrm>
        </p:spPr>
        <p:txBody>
          <a:bodyPr anchor="b"/>
          <a:lstStyle>
            <a:lvl1pPr marL="0" indent="0">
              <a:buNone/>
              <a:defRPr sz="4032" b="1"/>
            </a:lvl1pPr>
            <a:lvl2pPr marL="768050" indent="0">
              <a:buNone/>
              <a:defRPr sz="3360" b="1"/>
            </a:lvl2pPr>
            <a:lvl3pPr marL="1536101" indent="0">
              <a:buNone/>
              <a:defRPr sz="3024" b="1"/>
            </a:lvl3pPr>
            <a:lvl4pPr marL="2304151" indent="0">
              <a:buNone/>
              <a:defRPr sz="2688" b="1"/>
            </a:lvl4pPr>
            <a:lvl5pPr marL="3072201" indent="0">
              <a:buNone/>
              <a:defRPr sz="2688" b="1"/>
            </a:lvl5pPr>
            <a:lvl6pPr marL="3840251" indent="0">
              <a:buNone/>
              <a:defRPr sz="2688" b="1"/>
            </a:lvl6pPr>
            <a:lvl7pPr marL="4608302" indent="0">
              <a:buNone/>
              <a:defRPr sz="2688" b="1"/>
            </a:lvl7pPr>
            <a:lvl8pPr marL="5376352" indent="0">
              <a:buNone/>
              <a:defRPr sz="2688" b="1"/>
            </a:lvl8pPr>
            <a:lvl9pPr marL="6144402" indent="0">
              <a:buNone/>
              <a:defRPr sz="2688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663690" y="4208178"/>
            <a:ext cx="9794741" cy="6189596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791611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45558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8387008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6960" y="768032"/>
            <a:ext cx="7430802" cy="2688114"/>
          </a:xfrm>
        </p:spPr>
        <p:txBody>
          <a:bodyPr anchor="b"/>
          <a:lstStyle>
            <a:lvl1pPr>
              <a:defRPr sz="5376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94741" y="1658738"/>
            <a:ext cx="11663690" cy="8187013"/>
          </a:xfrm>
        </p:spPr>
        <p:txBody>
          <a:bodyPr/>
          <a:lstStyle>
            <a:lvl1pPr>
              <a:defRPr sz="5376"/>
            </a:lvl1pPr>
            <a:lvl2pPr>
              <a:defRPr sz="4704"/>
            </a:lvl2pPr>
            <a:lvl3pPr>
              <a:defRPr sz="4032"/>
            </a:lvl3pPr>
            <a:lvl4pPr>
              <a:defRPr sz="3360"/>
            </a:lvl4pPr>
            <a:lvl5pPr>
              <a:defRPr sz="3360"/>
            </a:lvl5pPr>
            <a:lvl6pPr>
              <a:defRPr sz="3360"/>
            </a:lvl6pPr>
            <a:lvl7pPr>
              <a:defRPr sz="3360"/>
            </a:lvl7pPr>
            <a:lvl8pPr>
              <a:defRPr sz="3360"/>
            </a:lvl8pPr>
            <a:lvl9pPr>
              <a:defRPr sz="336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86960" y="3456146"/>
            <a:ext cx="7430802" cy="6402939"/>
          </a:xfrm>
        </p:spPr>
        <p:txBody>
          <a:bodyPr/>
          <a:lstStyle>
            <a:lvl1pPr marL="0" indent="0">
              <a:buNone/>
              <a:defRPr sz="2688"/>
            </a:lvl1pPr>
            <a:lvl2pPr marL="768050" indent="0">
              <a:buNone/>
              <a:defRPr sz="2352"/>
            </a:lvl2pPr>
            <a:lvl3pPr marL="1536101" indent="0">
              <a:buNone/>
              <a:defRPr sz="2016"/>
            </a:lvl3pPr>
            <a:lvl4pPr marL="2304151" indent="0">
              <a:buNone/>
              <a:defRPr sz="1680"/>
            </a:lvl4pPr>
            <a:lvl5pPr marL="3072201" indent="0">
              <a:buNone/>
              <a:defRPr sz="1680"/>
            </a:lvl5pPr>
            <a:lvl6pPr marL="3840251" indent="0">
              <a:buNone/>
              <a:defRPr sz="1680"/>
            </a:lvl6pPr>
            <a:lvl7pPr marL="4608302" indent="0">
              <a:buNone/>
              <a:defRPr sz="1680"/>
            </a:lvl7pPr>
            <a:lvl8pPr marL="5376352" indent="0">
              <a:buNone/>
              <a:defRPr sz="1680"/>
            </a:lvl8pPr>
            <a:lvl9pPr marL="6144402" indent="0">
              <a:buNone/>
              <a:defRPr sz="168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52821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6960" y="768032"/>
            <a:ext cx="7430802" cy="2688114"/>
          </a:xfrm>
        </p:spPr>
        <p:txBody>
          <a:bodyPr anchor="b"/>
          <a:lstStyle>
            <a:lvl1pPr>
              <a:defRPr sz="5376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794741" y="1658738"/>
            <a:ext cx="11663690" cy="8187013"/>
          </a:xfrm>
        </p:spPr>
        <p:txBody>
          <a:bodyPr anchor="t"/>
          <a:lstStyle>
            <a:lvl1pPr marL="0" indent="0">
              <a:buNone/>
              <a:defRPr sz="5376"/>
            </a:lvl1pPr>
            <a:lvl2pPr marL="768050" indent="0">
              <a:buNone/>
              <a:defRPr sz="4704"/>
            </a:lvl2pPr>
            <a:lvl3pPr marL="1536101" indent="0">
              <a:buNone/>
              <a:defRPr sz="4032"/>
            </a:lvl3pPr>
            <a:lvl4pPr marL="2304151" indent="0">
              <a:buNone/>
              <a:defRPr sz="3360"/>
            </a:lvl4pPr>
            <a:lvl5pPr marL="3072201" indent="0">
              <a:buNone/>
              <a:defRPr sz="3360"/>
            </a:lvl5pPr>
            <a:lvl6pPr marL="3840251" indent="0">
              <a:buNone/>
              <a:defRPr sz="3360"/>
            </a:lvl6pPr>
            <a:lvl7pPr marL="4608302" indent="0">
              <a:buNone/>
              <a:defRPr sz="3360"/>
            </a:lvl7pPr>
            <a:lvl8pPr marL="5376352" indent="0">
              <a:buNone/>
              <a:defRPr sz="3360"/>
            </a:lvl8pPr>
            <a:lvl9pPr marL="6144402" indent="0">
              <a:buNone/>
              <a:defRPr sz="336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86960" y="3456146"/>
            <a:ext cx="7430802" cy="6402939"/>
          </a:xfrm>
        </p:spPr>
        <p:txBody>
          <a:bodyPr/>
          <a:lstStyle>
            <a:lvl1pPr marL="0" indent="0">
              <a:buNone/>
              <a:defRPr sz="2688"/>
            </a:lvl1pPr>
            <a:lvl2pPr marL="768050" indent="0">
              <a:buNone/>
              <a:defRPr sz="2352"/>
            </a:lvl2pPr>
            <a:lvl3pPr marL="1536101" indent="0">
              <a:buNone/>
              <a:defRPr sz="2016"/>
            </a:lvl3pPr>
            <a:lvl4pPr marL="2304151" indent="0">
              <a:buNone/>
              <a:defRPr sz="1680"/>
            </a:lvl4pPr>
            <a:lvl5pPr marL="3072201" indent="0">
              <a:buNone/>
              <a:defRPr sz="1680"/>
            </a:lvl5pPr>
            <a:lvl6pPr marL="3840251" indent="0">
              <a:buNone/>
              <a:defRPr sz="1680"/>
            </a:lvl6pPr>
            <a:lvl7pPr marL="4608302" indent="0">
              <a:buNone/>
              <a:defRPr sz="1680"/>
            </a:lvl7pPr>
            <a:lvl8pPr marL="5376352" indent="0">
              <a:buNone/>
              <a:defRPr sz="1680"/>
            </a:lvl8pPr>
            <a:lvl9pPr marL="6144402" indent="0">
              <a:buNone/>
              <a:defRPr sz="168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555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34967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487562" y="613359"/>
            <a:ext cx="4967868" cy="976308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83958" y="613359"/>
            <a:ext cx="14615612" cy="976308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16425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83958" y="613360"/>
            <a:ext cx="19871472" cy="22267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958" y="3066796"/>
            <a:ext cx="19871472" cy="73096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583958" y="10677787"/>
            <a:ext cx="5183862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BF9560-8671-453D-AEEB-6496BE150E94}" type="datetimeFigureOut">
              <a:rPr lang="de-CH" smtClean="0"/>
              <a:t>02.06.2026</a:t>
            </a:fld>
            <a:endParaRPr lang="de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631798" y="10677787"/>
            <a:ext cx="7775793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271568" y="10677787"/>
            <a:ext cx="5183862" cy="61335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1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35B072-17BC-4816-B1CC-055E066047C9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28072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536101" rtl="0" eaLnBrk="1" latinLnBrk="0" hangingPunct="1">
        <a:lnSpc>
          <a:spcPct val="90000"/>
        </a:lnSpc>
        <a:spcBef>
          <a:spcPct val="0"/>
        </a:spcBef>
        <a:buNone/>
        <a:defRPr sz="739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84025" indent="-384025" algn="l" defTabSz="1536101" rtl="0" eaLnBrk="1" latinLnBrk="0" hangingPunct="1">
        <a:lnSpc>
          <a:spcPct val="90000"/>
        </a:lnSpc>
        <a:spcBef>
          <a:spcPts val="1680"/>
        </a:spcBef>
        <a:buFont typeface="Arial" panose="020B0604020202020204" pitchFamily="34" charset="0"/>
        <a:buChar char="•"/>
        <a:defRPr sz="4704" kern="1200">
          <a:solidFill>
            <a:schemeClr val="tx1"/>
          </a:solidFill>
          <a:latin typeface="+mn-lt"/>
          <a:ea typeface="+mn-ea"/>
          <a:cs typeface="+mn-cs"/>
        </a:defRPr>
      </a:lvl1pPr>
      <a:lvl2pPr marL="1152075" indent="-384025" algn="l" defTabSz="1536101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4032" kern="1200">
          <a:solidFill>
            <a:schemeClr val="tx1"/>
          </a:solidFill>
          <a:latin typeface="+mn-lt"/>
          <a:ea typeface="+mn-ea"/>
          <a:cs typeface="+mn-cs"/>
        </a:defRPr>
      </a:lvl2pPr>
      <a:lvl3pPr marL="1920126" indent="-384025" algn="l" defTabSz="1536101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3pPr>
      <a:lvl4pPr marL="2688176" indent="-384025" algn="l" defTabSz="1536101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3024" kern="1200">
          <a:solidFill>
            <a:schemeClr val="tx1"/>
          </a:solidFill>
          <a:latin typeface="+mn-lt"/>
          <a:ea typeface="+mn-ea"/>
          <a:cs typeface="+mn-cs"/>
        </a:defRPr>
      </a:lvl4pPr>
      <a:lvl5pPr marL="3456226" indent="-384025" algn="l" defTabSz="1536101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3024" kern="1200">
          <a:solidFill>
            <a:schemeClr val="tx1"/>
          </a:solidFill>
          <a:latin typeface="+mn-lt"/>
          <a:ea typeface="+mn-ea"/>
          <a:cs typeface="+mn-cs"/>
        </a:defRPr>
      </a:lvl5pPr>
      <a:lvl6pPr marL="4224277" indent="-384025" algn="l" defTabSz="1536101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3024" kern="1200">
          <a:solidFill>
            <a:schemeClr val="tx1"/>
          </a:solidFill>
          <a:latin typeface="+mn-lt"/>
          <a:ea typeface="+mn-ea"/>
          <a:cs typeface="+mn-cs"/>
        </a:defRPr>
      </a:lvl6pPr>
      <a:lvl7pPr marL="4992327" indent="-384025" algn="l" defTabSz="1536101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3024" kern="1200">
          <a:solidFill>
            <a:schemeClr val="tx1"/>
          </a:solidFill>
          <a:latin typeface="+mn-lt"/>
          <a:ea typeface="+mn-ea"/>
          <a:cs typeface="+mn-cs"/>
        </a:defRPr>
      </a:lvl7pPr>
      <a:lvl8pPr marL="5760377" indent="-384025" algn="l" defTabSz="1536101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3024" kern="1200">
          <a:solidFill>
            <a:schemeClr val="tx1"/>
          </a:solidFill>
          <a:latin typeface="+mn-lt"/>
          <a:ea typeface="+mn-ea"/>
          <a:cs typeface="+mn-cs"/>
        </a:defRPr>
      </a:lvl8pPr>
      <a:lvl9pPr marL="6528427" indent="-384025" algn="l" defTabSz="1536101" rtl="0" eaLnBrk="1" latinLnBrk="0" hangingPunct="1">
        <a:lnSpc>
          <a:spcPct val="90000"/>
        </a:lnSpc>
        <a:spcBef>
          <a:spcPts val="840"/>
        </a:spcBef>
        <a:buFont typeface="Arial" panose="020B0604020202020204" pitchFamily="34" charset="0"/>
        <a:buChar char="•"/>
        <a:defRPr sz="302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36101" rtl="0" eaLnBrk="1" latinLnBrk="0" hangingPunct="1">
        <a:defRPr sz="3024" kern="1200">
          <a:solidFill>
            <a:schemeClr val="tx1"/>
          </a:solidFill>
          <a:latin typeface="+mn-lt"/>
          <a:ea typeface="+mn-ea"/>
          <a:cs typeface="+mn-cs"/>
        </a:defRPr>
      </a:lvl1pPr>
      <a:lvl2pPr marL="768050" algn="l" defTabSz="1536101" rtl="0" eaLnBrk="1" latinLnBrk="0" hangingPunct="1">
        <a:defRPr sz="3024" kern="1200">
          <a:solidFill>
            <a:schemeClr val="tx1"/>
          </a:solidFill>
          <a:latin typeface="+mn-lt"/>
          <a:ea typeface="+mn-ea"/>
          <a:cs typeface="+mn-cs"/>
        </a:defRPr>
      </a:lvl2pPr>
      <a:lvl3pPr marL="1536101" algn="l" defTabSz="1536101" rtl="0" eaLnBrk="1" latinLnBrk="0" hangingPunct="1">
        <a:defRPr sz="3024" kern="1200">
          <a:solidFill>
            <a:schemeClr val="tx1"/>
          </a:solidFill>
          <a:latin typeface="+mn-lt"/>
          <a:ea typeface="+mn-ea"/>
          <a:cs typeface="+mn-cs"/>
        </a:defRPr>
      </a:lvl3pPr>
      <a:lvl4pPr marL="2304151" algn="l" defTabSz="1536101" rtl="0" eaLnBrk="1" latinLnBrk="0" hangingPunct="1">
        <a:defRPr sz="3024" kern="1200">
          <a:solidFill>
            <a:schemeClr val="tx1"/>
          </a:solidFill>
          <a:latin typeface="+mn-lt"/>
          <a:ea typeface="+mn-ea"/>
          <a:cs typeface="+mn-cs"/>
        </a:defRPr>
      </a:lvl4pPr>
      <a:lvl5pPr marL="3072201" algn="l" defTabSz="1536101" rtl="0" eaLnBrk="1" latinLnBrk="0" hangingPunct="1">
        <a:defRPr sz="3024" kern="1200">
          <a:solidFill>
            <a:schemeClr val="tx1"/>
          </a:solidFill>
          <a:latin typeface="+mn-lt"/>
          <a:ea typeface="+mn-ea"/>
          <a:cs typeface="+mn-cs"/>
        </a:defRPr>
      </a:lvl5pPr>
      <a:lvl6pPr marL="3840251" algn="l" defTabSz="1536101" rtl="0" eaLnBrk="1" latinLnBrk="0" hangingPunct="1">
        <a:defRPr sz="3024" kern="1200">
          <a:solidFill>
            <a:schemeClr val="tx1"/>
          </a:solidFill>
          <a:latin typeface="+mn-lt"/>
          <a:ea typeface="+mn-ea"/>
          <a:cs typeface="+mn-cs"/>
        </a:defRPr>
      </a:lvl6pPr>
      <a:lvl7pPr marL="4608302" algn="l" defTabSz="1536101" rtl="0" eaLnBrk="1" latinLnBrk="0" hangingPunct="1">
        <a:defRPr sz="3024" kern="1200">
          <a:solidFill>
            <a:schemeClr val="tx1"/>
          </a:solidFill>
          <a:latin typeface="+mn-lt"/>
          <a:ea typeface="+mn-ea"/>
          <a:cs typeface="+mn-cs"/>
        </a:defRPr>
      </a:lvl7pPr>
      <a:lvl8pPr marL="5376352" algn="l" defTabSz="1536101" rtl="0" eaLnBrk="1" latinLnBrk="0" hangingPunct="1">
        <a:defRPr sz="3024" kern="1200">
          <a:solidFill>
            <a:schemeClr val="tx1"/>
          </a:solidFill>
          <a:latin typeface="+mn-lt"/>
          <a:ea typeface="+mn-ea"/>
          <a:cs typeface="+mn-cs"/>
        </a:defRPr>
      </a:lvl8pPr>
      <a:lvl9pPr marL="6144402" algn="l" defTabSz="1536101" rtl="0" eaLnBrk="1" latinLnBrk="0" hangingPunct="1">
        <a:defRPr sz="302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xhere.com/de/photo/1410975" TargetMode="External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AC92E2-6F98-132A-8AE9-DCE3FEAEE5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47694" y="2331245"/>
            <a:ext cx="9144000" cy="2120348"/>
          </a:xfrm>
        </p:spPr>
        <p:txBody>
          <a:bodyPr/>
          <a:lstStyle/>
          <a:p>
            <a:r>
              <a:rPr lang="de-CH" dirty="0"/>
              <a:t>Willkommen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F0A7258-011E-42F5-0AE2-FACF8B97B3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de-CH" sz="3200" b="1" dirty="0"/>
              <a:t>Anpfiff: 15:30</a:t>
            </a:r>
          </a:p>
        </p:txBody>
      </p:sp>
      <p:pic>
        <p:nvPicPr>
          <p:cNvPr id="5" name="Grafik 4" descr="Pfiff mit einfarbiger Füllung">
            <a:extLst>
              <a:ext uri="{FF2B5EF4-FFF2-40B4-BE49-F238E27FC236}">
                <a16:creationId xmlns:a16="http://schemas.microsoft.com/office/drawing/2014/main" id="{B4A03DB3-8709-1631-5621-89A12F5DE9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962023" y="558720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70143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33409-F679-693A-B223-4BD2BB6E8B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DDFFD1-77B5-D83C-F7EC-C5377D0FF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86176" y="-226290"/>
            <a:ext cx="17161328" cy="4810822"/>
          </a:xfrm>
        </p:spPr>
        <p:txBody>
          <a:bodyPr>
            <a:normAutofit/>
          </a:bodyPr>
          <a:lstStyle/>
          <a:p>
            <a:r>
              <a:rPr lang="de-CH" sz="25100" dirty="0"/>
              <a:t>Willkommen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68D77BB-1357-59BA-76D6-22551424A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47694" y="5213182"/>
            <a:ext cx="9144000" cy="2375863"/>
          </a:xfrm>
        </p:spPr>
        <p:txBody>
          <a:bodyPr/>
          <a:lstStyle/>
          <a:p>
            <a:r>
              <a:rPr lang="de-CH" sz="6000" dirty="0"/>
              <a:t>Sponsoren</a:t>
            </a:r>
            <a:endParaRPr lang="de-CH" dirty="0"/>
          </a:p>
        </p:txBody>
      </p:sp>
      <p:pic>
        <p:nvPicPr>
          <p:cNvPr id="1026" name="Picture 2" descr="Berner Fachhochschule BFH | Bring Your ...">
            <a:extLst>
              <a:ext uri="{FF2B5EF4-FFF2-40B4-BE49-F238E27FC236}">
                <a16:creationId xmlns:a16="http://schemas.microsoft.com/office/drawing/2014/main" id="{EB382F1C-93FD-77F0-34D7-5B431720FB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8989" y="6935957"/>
            <a:ext cx="11000705" cy="3811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Berner Fachhochschule BFH | Bring Your ...">
            <a:extLst>
              <a:ext uri="{FF2B5EF4-FFF2-40B4-BE49-F238E27FC236}">
                <a16:creationId xmlns:a16="http://schemas.microsoft.com/office/drawing/2014/main" id="{5AAF2711-E400-9E58-C80D-B32CB4EB2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66840" y="6935957"/>
            <a:ext cx="11000705" cy="3811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4622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3610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 descr="Ein Bild, das Sport, Gras, Person, Sportspiele enthält.&#10;&#10;KI-generierte Inhalte können fehlerhaft sein.">
            <a:extLst>
              <a:ext uri="{FF2B5EF4-FFF2-40B4-BE49-F238E27FC236}">
                <a16:creationId xmlns:a16="http://schemas.microsoft.com/office/drawing/2014/main" id="{1C65331B-4D50-8B6E-0A8C-2861B9C204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rcRect t="930" b="14816"/>
          <a:stretch>
            <a:fillRect/>
          </a:stretch>
        </p:blipFill>
        <p:spPr>
          <a:xfrm>
            <a:off x="0" y="0"/>
            <a:ext cx="23039388" cy="11561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60785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6</Words>
  <Application>Microsoft Office PowerPoint</Application>
  <PresentationFormat>Benutzerdefiniert</PresentationFormat>
  <Paragraphs>4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</vt:lpstr>
      <vt:lpstr>Willkommen</vt:lpstr>
      <vt:lpstr>Willkommen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Paramalingam Paranithan</dc:creator>
  <cp:lastModifiedBy>Paranithan Paramalingam</cp:lastModifiedBy>
  <cp:revision>3</cp:revision>
  <dcterms:created xsi:type="dcterms:W3CDTF">2025-11-26T09:27:49Z</dcterms:created>
  <dcterms:modified xsi:type="dcterms:W3CDTF">2026-06-02T11:31:40Z</dcterms:modified>
</cp:coreProperties>
</file>